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52" r:id="rId5"/>
  </p:sldMasterIdLst>
  <p:handoutMasterIdLst>
    <p:handoutMasterId r:id="rId7"/>
  </p:handoutMasterIdLst>
  <p:sldIdLst>
    <p:sldId id="256" r:id="rId6"/>
  </p:sldIdLst>
  <p:sldSz cx="21388388" cy="30275213"/>
  <p:notesSz cx="6858000" cy="9144000"/>
  <p:defaultTextStyle>
    <a:defPPr>
      <a:defRPr lang="en-US"/>
    </a:defPPr>
    <a:lvl1pPr marL="0" algn="l" defTabSz="1476070" rtl="0" eaLnBrk="1" latinLnBrk="0" hangingPunct="1">
      <a:defRPr sz="5800" kern="1200">
        <a:solidFill>
          <a:schemeClr val="tx1"/>
        </a:solidFill>
        <a:latin typeface="+mn-lt"/>
        <a:ea typeface="+mn-ea"/>
        <a:cs typeface="+mn-cs"/>
      </a:defRPr>
    </a:lvl1pPr>
    <a:lvl2pPr marL="1476070" algn="l" defTabSz="1476070" rtl="0" eaLnBrk="1" latinLnBrk="0" hangingPunct="1">
      <a:defRPr sz="5800" kern="1200">
        <a:solidFill>
          <a:schemeClr val="tx1"/>
        </a:solidFill>
        <a:latin typeface="+mn-lt"/>
        <a:ea typeface="+mn-ea"/>
        <a:cs typeface="+mn-cs"/>
      </a:defRPr>
    </a:lvl2pPr>
    <a:lvl3pPr marL="2952140" algn="l" defTabSz="1476070" rtl="0" eaLnBrk="1" latinLnBrk="0" hangingPunct="1">
      <a:defRPr sz="5800" kern="1200">
        <a:solidFill>
          <a:schemeClr val="tx1"/>
        </a:solidFill>
        <a:latin typeface="+mn-lt"/>
        <a:ea typeface="+mn-ea"/>
        <a:cs typeface="+mn-cs"/>
      </a:defRPr>
    </a:lvl3pPr>
    <a:lvl4pPr marL="4428211" algn="l" defTabSz="1476070" rtl="0" eaLnBrk="1" latinLnBrk="0" hangingPunct="1">
      <a:defRPr sz="5800" kern="1200">
        <a:solidFill>
          <a:schemeClr val="tx1"/>
        </a:solidFill>
        <a:latin typeface="+mn-lt"/>
        <a:ea typeface="+mn-ea"/>
        <a:cs typeface="+mn-cs"/>
      </a:defRPr>
    </a:lvl4pPr>
    <a:lvl5pPr marL="5904281" algn="l" defTabSz="1476070" rtl="0" eaLnBrk="1" latinLnBrk="0" hangingPunct="1">
      <a:defRPr sz="5800" kern="1200">
        <a:solidFill>
          <a:schemeClr val="tx1"/>
        </a:solidFill>
        <a:latin typeface="+mn-lt"/>
        <a:ea typeface="+mn-ea"/>
        <a:cs typeface="+mn-cs"/>
      </a:defRPr>
    </a:lvl5pPr>
    <a:lvl6pPr marL="7380351" algn="l" defTabSz="1476070" rtl="0" eaLnBrk="1" latinLnBrk="0" hangingPunct="1">
      <a:defRPr sz="5800" kern="1200">
        <a:solidFill>
          <a:schemeClr val="tx1"/>
        </a:solidFill>
        <a:latin typeface="+mn-lt"/>
        <a:ea typeface="+mn-ea"/>
        <a:cs typeface="+mn-cs"/>
      </a:defRPr>
    </a:lvl6pPr>
    <a:lvl7pPr marL="8856421" algn="l" defTabSz="1476070" rtl="0" eaLnBrk="1" latinLnBrk="0" hangingPunct="1">
      <a:defRPr sz="5800" kern="1200">
        <a:solidFill>
          <a:schemeClr val="tx1"/>
        </a:solidFill>
        <a:latin typeface="+mn-lt"/>
        <a:ea typeface="+mn-ea"/>
        <a:cs typeface="+mn-cs"/>
      </a:defRPr>
    </a:lvl7pPr>
    <a:lvl8pPr marL="10332491" algn="l" defTabSz="1476070" rtl="0" eaLnBrk="1" latinLnBrk="0" hangingPunct="1">
      <a:defRPr sz="5800" kern="1200">
        <a:solidFill>
          <a:schemeClr val="tx1"/>
        </a:solidFill>
        <a:latin typeface="+mn-lt"/>
        <a:ea typeface="+mn-ea"/>
        <a:cs typeface="+mn-cs"/>
      </a:defRPr>
    </a:lvl8pPr>
    <a:lvl9pPr marL="11808562" algn="l" defTabSz="1476070" rtl="0" eaLnBrk="1" latinLnBrk="0" hangingPunct="1">
      <a:defRPr sz="5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6">
          <p15:clr>
            <a:srgbClr val="A4A3A4"/>
          </p15:clr>
        </p15:guide>
        <p15:guide id="2" pos="673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D9FF"/>
    <a:srgbClr val="F4F7F8"/>
    <a:srgbClr val="D6E0E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CF101B-7433-42C9-9C18-8274FD0A59B6}" v="1" dt="2026-06-01T10:38:06.5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6327"/>
  </p:normalViewPr>
  <p:slideViewPr>
    <p:cSldViewPr snapToGrid="0" snapToObjects="1">
      <p:cViewPr>
        <p:scale>
          <a:sx n="60" d="100"/>
          <a:sy n="60" d="100"/>
        </p:scale>
        <p:origin x="36" y="-606"/>
      </p:cViewPr>
      <p:guideLst>
        <p:guide orient="horz" pos="9536"/>
        <p:guide pos="6737"/>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122" d="100"/>
          <a:sy n="122" d="100"/>
        </p:scale>
        <p:origin x="4914"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rs Bauger" userId="b8ffbc7c-eaa3-4ca3-bcc2-5611437cd0d5" providerId="ADAL" clId="{A6A65F5F-0D2C-41AA-B2D2-80F9A4575C71}"/>
    <pc:docChg chg="modSld">
      <pc:chgData name="Lars Bauger" userId="b8ffbc7c-eaa3-4ca3-bcc2-5611437cd0d5" providerId="ADAL" clId="{A6A65F5F-0D2C-41AA-B2D2-80F9A4575C71}" dt="2026-06-01T10:41:38.144" v="46" actId="1076"/>
      <pc:docMkLst>
        <pc:docMk/>
      </pc:docMkLst>
      <pc:sldChg chg="addSp modSp mod">
        <pc:chgData name="Lars Bauger" userId="b8ffbc7c-eaa3-4ca3-bcc2-5611437cd0d5" providerId="ADAL" clId="{A6A65F5F-0D2C-41AA-B2D2-80F9A4575C71}" dt="2026-06-01T10:41:38.144" v="46" actId="1076"/>
        <pc:sldMkLst>
          <pc:docMk/>
          <pc:sldMk cId="3097009601" sldId="256"/>
        </pc:sldMkLst>
        <pc:spChg chg="add mod">
          <ac:chgData name="Lars Bauger" userId="b8ffbc7c-eaa3-4ca3-bcc2-5611437cd0d5" providerId="ADAL" clId="{A6A65F5F-0D2C-41AA-B2D2-80F9A4575C71}" dt="2026-06-01T10:41:38.144" v="46" actId="1076"/>
          <ac:spMkLst>
            <pc:docMk/>
            <pc:sldMk cId="3097009601" sldId="256"/>
            <ac:spMk id="5" creationId="{00320809-71F7-6F27-D5FC-1C5F7934CF0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3FB70F-A9F4-4FF2-AC56-DC9F2C7B887D}" type="datetimeFigureOut">
              <a:rPr lang="nb-NO" smtClean="0"/>
              <a:t>01.06.2026</a:t>
            </a:fld>
            <a:endParaRPr lang="nb-NO"/>
          </a:p>
        </p:txBody>
      </p:sp>
      <p:sp>
        <p:nvSpPr>
          <p:cNvPr id="4" name="Footer Placeholder 3"/>
          <p:cNvSpPr>
            <a:spLocks noGrp="1"/>
          </p:cNvSpPr>
          <p:nvPr>
            <p:ph type="ftr" sz="quarter" idx="2"/>
          </p:nvPr>
        </p:nvSpPr>
        <p:spPr>
          <a:xfrm>
            <a:off x="0" y="8685214"/>
            <a:ext cx="2971800" cy="458787"/>
          </a:xfrm>
          <a:prstGeom prst="rect">
            <a:avLst/>
          </a:prstGeom>
        </p:spPr>
        <p:txBody>
          <a:bodyPr vert="horz" lIns="91440" tIns="45720" rIns="91440" bIns="45720" rtlCol="0" anchor="b"/>
          <a:lstStyle>
            <a:lvl1pPr algn="l">
              <a:defRPr sz="1200"/>
            </a:lvl1pPr>
          </a:lstStyle>
          <a:p>
            <a:endParaRPr lang="nb-NO"/>
          </a:p>
        </p:txBody>
      </p:sp>
      <p:sp>
        <p:nvSpPr>
          <p:cNvPr id="5" name="Slide Number Placeholder 4"/>
          <p:cNvSpPr>
            <a:spLocks noGrp="1"/>
          </p:cNvSpPr>
          <p:nvPr>
            <p:ph type="sldNum" sz="quarter" idx="3"/>
          </p:nvPr>
        </p:nvSpPr>
        <p:spPr>
          <a:xfrm>
            <a:off x="3884613" y="8685214"/>
            <a:ext cx="2971800" cy="458787"/>
          </a:xfrm>
          <a:prstGeom prst="rect">
            <a:avLst/>
          </a:prstGeom>
        </p:spPr>
        <p:txBody>
          <a:bodyPr vert="horz" lIns="91440" tIns="45720" rIns="91440" bIns="45720" rtlCol="0" anchor="b"/>
          <a:lstStyle>
            <a:lvl1pPr algn="r">
              <a:defRPr sz="1200"/>
            </a:lvl1pPr>
          </a:lstStyle>
          <a:p>
            <a:fld id="{484EFA0D-4A39-4706-853C-3FE21EC1B1CE}" type="slidenum">
              <a:rPr lang="nb-NO" smtClean="0"/>
              <a:t>‹#›</a:t>
            </a:fld>
            <a:endParaRPr lang="nb-NO"/>
          </a:p>
        </p:txBody>
      </p:sp>
    </p:spTree>
    <p:extLst>
      <p:ext uri="{BB962C8B-B14F-4D97-AF65-F5344CB8AC3E}">
        <p14:creationId xmlns:p14="http://schemas.microsoft.com/office/powerpoint/2010/main" val="366503675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ormal">
    <p:bg>
      <p:bgPr>
        <a:solidFill>
          <a:srgbClr val="DAD9F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47BA07D-F6E4-EBB8-E800-3AC1FFA0FD6B}"/>
              </a:ext>
            </a:extLst>
          </p:cNvPr>
          <p:cNvSpPr>
            <a:spLocks noGrp="1"/>
          </p:cNvSpPr>
          <p:nvPr>
            <p:ph type="ctrTitle"/>
          </p:nvPr>
        </p:nvSpPr>
        <p:spPr>
          <a:xfrm>
            <a:off x="1078824" y="2652879"/>
            <a:ext cx="7251170" cy="1962316"/>
          </a:xfrm>
        </p:spPr>
        <p:txBody>
          <a:bodyPr lIns="0" tIns="0" rIns="0" bIns="0" anchor="t"/>
          <a:lstStyle/>
          <a:p>
            <a:r>
              <a:rPr lang="nb-NO" dirty="0"/>
              <a:t>Klikk for å redigere tittelstil</a:t>
            </a:r>
          </a:p>
        </p:txBody>
      </p:sp>
      <p:sp>
        <p:nvSpPr>
          <p:cNvPr id="4" name="Text Placeholder 9">
            <a:extLst>
              <a:ext uri="{FF2B5EF4-FFF2-40B4-BE49-F238E27FC236}">
                <a16:creationId xmlns:a16="http://schemas.microsoft.com/office/drawing/2014/main" id="{4E00BDC6-E32A-B6A1-12E7-4DD5B65D423D}"/>
              </a:ext>
            </a:extLst>
          </p:cNvPr>
          <p:cNvSpPr>
            <a:spLocks noGrp="1"/>
          </p:cNvSpPr>
          <p:nvPr>
            <p:ph type="body" sz="quarter" idx="13"/>
          </p:nvPr>
        </p:nvSpPr>
        <p:spPr>
          <a:xfrm>
            <a:off x="1078824" y="4999493"/>
            <a:ext cx="6118658" cy="1622094"/>
          </a:xfrm>
        </p:spPr>
        <p:txBody>
          <a:bodyPr lIns="0" tIns="0" rIns="0" bIns="0">
            <a:normAutofit/>
          </a:bodyPr>
          <a:lstStyle>
            <a:lvl1pPr marL="0" indent="0">
              <a:buNone/>
              <a:defRPr sz="2800" baseline="0"/>
            </a:lvl1pPr>
          </a:lstStyle>
          <a:p>
            <a:pPr lvl="0"/>
            <a:r>
              <a:rPr lang="nb-NO" dirty="0"/>
              <a:t>Klikk for å redigere tekststiler i malen</a:t>
            </a:r>
          </a:p>
        </p:txBody>
      </p:sp>
      <p:sp>
        <p:nvSpPr>
          <p:cNvPr id="5" name="Text Placeholder 11">
            <a:extLst>
              <a:ext uri="{FF2B5EF4-FFF2-40B4-BE49-F238E27FC236}">
                <a16:creationId xmlns:a16="http://schemas.microsoft.com/office/drawing/2014/main" id="{A7BD002B-34AB-F026-AA0C-918F6AD808C9}"/>
              </a:ext>
            </a:extLst>
          </p:cNvPr>
          <p:cNvSpPr>
            <a:spLocks noGrp="1"/>
          </p:cNvSpPr>
          <p:nvPr>
            <p:ph type="body" sz="quarter" idx="14"/>
          </p:nvPr>
        </p:nvSpPr>
        <p:spPr>
          <a:xfrm>
            <a:off x="1078824" y="7166758"/>
            <a:ext cx="4966063" cy="1126327"/>
          </a:xfrm>
          <a:ln>
            <a:noFill/>
          </a:ln>
        </p:spPr>
        <p:txBody>
          <a:bodyPr lIns="0" tIns="0" rIns="0" bIns="0"/>
          <a:lstStyle>
            <a:lvl1pPr marL="0" indent="0">
              <a:buNone/>
              <a:defRPr>
                <a:solidFill>
                  <a:schemeClr val="accent1"/>
                </a:solidFill>
              </a:defRPr>
            </a:lvl1pPr>
          </a:lstStyle>
          <a:p>
            <a:pPr lvl="0"/>
            <a:r>
              <a:rPr lang="nb-NO" dirty="0"/>
              <a:t>Klikk for å redigere tekststiler i malen</a:t>
            </a:r>
          </a:p>
        </p:txBody>
      </p:sp>
      <p:sp>
        <p:nvSpPr>
          <p:cNvPr id="6" name="Picture Placeholder 29">
            <a:extLst>
              <a:ext uri="{FF2B5EF4-FFF2-40B4-BE49-F238E27FC236}">
                <a16:creationId xmlns:a16="http://schemas.microsoft.com/office/drawing/2014/main" id="{BBD59F68-1489-D938-3758-40B207F4F5FD}"/>
              </a:ext>
            </a:extLst>
          </p:cNvPr>
          <p:cNvSpPr>
            <a:spLocks noGrp="1"/>
          </p:cNvSpPr>
          <p:nvPr>
            <p:ph type="pic" sz="quarter" idx="23"/>
          </p:nvPr>
        </p:nvSpPr>
        <p:spPr>
          <a:xfrm>
            <a:off x="9211506" y="0"/>
            <a:ext cx="12176882" cy="8523514"/>
          </a:xfrm>
          <a:solidFill>
            <a:schemeClr val="bg2">
              <a:lumMod val="90000"/>
            </a:schemeClr>
          </a:solidFill>
        </p:spPr>
        <p:txBody>
          <a:bodyPr/>
          <a:lstStyle/>
          <a:p>
            <a:r>
              <a:rPr lang="nb-NO" dirty="0"/>
              <a:t>Klikk på ikonet for å legge til et bilde</a:t>
            </a:r>
          </a:p>
        </p:txBody>
      </p:sp>
      <p:sp>
        <p:nvSpPr>
          <p:cNvPr id="7" name="Content Placeholder 31">
            <a:extLst>
              <a:ext uri="{FF2B5EF4-FFF2-40B4-BE49-F238E27FC236}">
                <a16:creationId xmlns:a16="http://schemas.microsoft.com/office/drawing/2014/main" id="{A76E052B-6762-C672-B83B-1BD136BA423D}"/>
              </a:ext>
            </a:extLst>
          </p:cNvPr>
          <p:cNvSpPr>
            <a:spLocks noGrp="1"/>
          </p:cNvSpPr>
          <p:nvPr>
            <p:ph sz="quarter" idx="24" hasCustomPrompt="1"/>
          </p:nvPr>
        </p:nvSpPr>
        <p:spPr>
          <a:xfrm>
            <a:off x="1078824" y="14878488"/>
            <a:ext cx="5915458" cy="3330775"/>
          </a:xfrm>
          <a:solidFill>
            <a:srgbClr val="DAD9FF"/>
          </a:solidFill>
        </p:spPr>
        <p:txBody>
          <a:bodyPr/>
          <a:lstStyle>
            <a:lvl1pPr marL="0" indent="0">
              <a:buNone/>
              <a:defRPr/>
            </a:lvl1pPr>
          </a:lstStyle>
          <a:p>
            <a:pPr lvl="0"/>
            <a:r>
              <a:rPr lang="nb-NO" dirty="0"/>
              <a:t>Sett inn bilde/graf/tabell</a:t>
            </a:r>
          </a:p>
        </p:txBody>
      </p:sp>
      <p:sp>
        <p:nvSpPr>
          <p:cNvPr id="8" name="Text Placeholder 21">
            <a:extLst>
              <a:ext uri="{FF2B5EF4-FFF2-40B4-BE49-F238E27FC236}">
                <a16:creationId xmlns:a16="http://schemas.microsoft.com/office/drawing/2014/main" id="{13AB4A1E-62C5-E82B-06A9-0B28BB4CABC2}"/>
              </a:ext>
            </a:extLst>
          </p:cNvPr>
          <p:cNvSpPr>
            <a:spLocks noGrp="1"/>
          </p:cNvSpPr>
          <p:nvPr>
            <p:ph type="body" sz="quarter" idx="28" hasCustomPrompt="1"/>
          </p:nvPr>
        </p:nvSpPr>
        <p:spPr>
          <a:xfrm>
            <a:off x="1078824" y="28078504"/>
            <a:ext cx="12637013" cy="1180759"/>
          </a:xfrm>
        </p:spPr>
        <p:txBody>
          <a:bodyPr lIns="0" rIns="0" bIns="0"/>
          <a:lstStyle>
            <a:lvl1pPr marL="0" indent="0">
              <a:buNone/>
              <a:tabLst/>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Footer</a:t>
            </a:r>
            <a:endParaRPr lang="nb-NO" dirty="0"/>
          </a:p>
        </p:txBody>
      </p:sp>
      <p:sp>
        <p:nvSpPr>
          <p:cNvPr id="9" name="Text Placeholder 21">
            <a:extLst>
              <a:ext uri="{FF2B5EF4-FFF2-40B4-BE49-F238E27FC236}">
                <a16:creationId xmlns:a16="http://schemas.microsoft.com/office/drawing/2014/main" id="{D77F630B-2E05-84EB-586A-D942ED625E36}"/>
              </a:ext>
            </a:extLst>
          </p:cNvPr>
          <p:cNvSpPr>
            <a:spLocks noGrp="1"/>
          </p:cNvSpPr>
          <p:nvPr>
            <p:ph type="body" sz="quarter" idx="29" hasCustomPrompt="1"/>
          </p:nvPr>
        </p:nvSpPr>
        <p:spPr>
          <a:xfrm>
            <a:off x="14429287" y="28078505"/>
            <a:ext cx="5915458" cy="1180758"/>
          </a:xfrm>
        </p:spPr>
        <p:txBody>
          <a:bodyPr lIns="0" rIns="0" bIns="0"/>
          <a:lstStyle>
            <a:lvl1pPr marL="0" indent="0">
              <a:buNone/>
              <a:tabLst/>
              <a:defRPr b="1">
                <a:latin typeface="Calibri"/>
                <a:cs typeface="Calibri"/>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Collaborative</a:t>
            </a:r>
            <a:r>
              <a:rPr lang="nb-NO" dirty="0"/>
              <a:t> partners:</a:t>
            </a:r>
          </a:p>
        </p:txBody>
      </p:sp>
      <p:sp>
        <p:nvSpPr>
          <p:cNvPr id="11" name="Text Placeholder 18">
            <a:extLst>
              <a:ext uri="{FF2B5EF4-FFF2-40B4-BE49-F238E27FC236}">
                <a16:creationId xmlns:a16="http://schemas.microsoft.com/office/drawing/2014/main" id="{F3BE057A-4730-5E34-BC2E-2C4D4E2370B1}"/>
              </a:ext>
            </a:extLst>
          </p:cNvPr>
          <p:cNvSpPr>
            <a:spLocks noGrp="1"/>
          </p:cNvSpPr>
          <p:nvPr>
            <p:ph type="body" sz="quarter" idx="32" hasCustomPrompt="1"/>
          </p:nvPr>
        </p:nvSpPr>
        <p:spPr>
          <a:xfrm>
            <a:off x="1078824" y="9849076"/>
            <a:ext cx="5915458" cy="1221928"/>
          </a:xfrm>
          <a:effectLst/>
        </p:spPr>
        <p:txBody>
          <a:bodyPr lIns="0" tIns="0" rIns="0" bIns="0">
            <a:normAutofit/>
          </a:bodyPr>
          <a:lstStyle>
            <a:lvl1pPr marL="0" indent="0">
              <a:lnSpc>
                <a:spcPct val="95000"/>
              </a:lnSpc>
              <a:spcBef>
                <a:spcPts val="0"/>
              </a:spcBef>
              <a:buNone/>
              <a:defRPr sz="3500" b="1">
                <a:latin typeface="Arial" panose="020B0604020202020204" pitchFamily="34" charset="0"/>
                <a:cs typeface="Arial" panose="020B0604020202020204" pitchFamily="34" charset="0"/>
              </a:defRPr>
            </a:lvl1pPr>
          </a:lstStyle>
          <a:p>
            <a:pPr lvl="0"/>
            <a:r>
              <a:rPr lang="nb-NO" dirty="0" err="1"/>
              <a:t>Title</a:t>
            </a:r>
            <a:r>
              <a:rPr lang="nb-NO" dirty="0"/>
              <a:t> 1</a:t>
            </a:r>
          </a:p>
        </p:txBody>
      </p:sp>
      <p:sp>
        <p:nvSpPr>
          <p:cNvPr id="13" name="Text Placeholder 21">
            <a:extLst>
              <a:ext uri="{FF2B5EF4-FFF2-40B4-BE49-F238E27FC236}">
                <a16:creationId xmlns:a16="http://schemas.microsoft.com/office/drawing/2014/main" id="{A5B038BC-7E73-A505-608A-F8B477A26AE0}"/>
              </a:ext>
            </a:extLst>
          </p:cNvPr>
          <p:cNvSpPr>
            <a:spLocks noGrp="1"/>
          </p:cNvSpPr>
          <p:nvPr>
            <p:ph type="body" sz="quarter" idx="33" hasCustomPrompt="1"/>
          </p:nvPr>
        </p:nvSpPr>
        <p:spPr>
          <a:xfrm>
            <a:off x="1078824" y="11503545"/>
            <a:ext cx="5915458" cy="2942402"/>
          </a:xfrm>
        </p:spPr>
        <p:txBody>
          <a:bodyPr lIns="0" tIns="0" rIns="0" bIns="0"/>
          <a:lstStyle>
            <a:lvl1pPr marL="0" indent="0">
              <a:buNone/>
              <a:tabLst/>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Click</a:t>
            </a:r>
            <a:r>
              <a:rPr lang="nb-NO" dirty="0"/>
              <a:t> to </a:t>
            </a:r>
            <a:r>
              <a:rPr lang="nb-NO" dirty="0" err="1"/>
              <a:t>edit</a:t>
            </a:r>
            <a:r>
              <a:rPr lang="nb-NO" dirty="0"/>
              <a:t> Master </a:t>
            </a:r>
            <a:r>
              <a:rPr lang="nb-NO" dirty="0" err="1"/>
              <a:t>text</a:t>
            </a:r>
            <a:r>
              <a:rPr lang="nb-NO" dirty="0"/>
              <a:t> styles </a:t>
            </a:r>
          </a:p>
          <a:p>
            <a:pPr lvl="1"/>
            <a:r>
              <a:rPr lang="nb-NO" dirty="0"/>
              <a:t>Second </a:t>
            </a:r>
            <a:r>
              <a:rPr lang="nb-NO" dirty="0" err="1"/>
              <a:t>level</a:t>
            </a:r>
            <a:endParaRPr lang="nb-NO" dirty="0"/>
          </a:p>
          <a:p>
            <a:pPr lvl="2"/>
            <a:r>
              <a:rPr lang="nb-NO" dirty="0"/>
              <a:t>Third </a:t>
            </a:r>
            <a:r>
              <a:rPr lang="nb-NO" dirty="0" err="1"/>
              <a:t>level</a:t>
            </a:r>
            <a:endParaRPr lang="nb-NO" dirty="0"/>
          </a:p>
          <a:p>
            <a:pPr lvl="3"/>
            <a:r>
              <a:rPr lang="nb-NO" dirty="0" err="1"/>
              <a:t>Fourth</a:t>
            </a:r>
            <a:r>
              <a:rPr lang="nb-NO" dirty="0"/>
              <a:t> </a:t>
            </a:r>
            <a:r>
              <a:rPr lang="nb-NO" dirty="0" err="1"/>
              <a:t>level</a:t>
            </a:r>
            <a:endParaRPr lang="nb-NO" dirty="0"/>
          </a:p>
          <a:p>
            <a:pPr lvl="4"/>
            <a:r>
              <a:rPr lang="nb-NO" dirty="0"/>
              <a:t>Fifth </a:t>
            </a:r>
            <a:r>
              <a:rPr lang="nb-NO" dirty="0" err="1"/>
              <a:t>level</a:t>
            </a:r>
            <a:endParaRPr lang="nb-NO" dirty="0"/>
          </a:p>
        </p:txBody>
      </p:sp>
      <p:sp>
        <p:nvSpPr>
          <p:cNvPr id="14" name="Content Placeholder 31">
            <a:extLst>
              <a:ext uri="{FF2B5EF4-FFF2-40B4-BE49-F238E27FC236}">
                <a16:creationId xmlns:a16="http://schemas.microsoft.com/office/drawing/2014/main" id="{77A850CF-3C82-8EE8-43E0-C36D6508A20F}"/>
              </a:ext>
            </a:extLst>
          </p:cNvPr>
          <p:cNvSpPr>
            <a:spLocks noGrp="1"/>
          </p:cNvSpPr>
          <p:nvPr>
            <p:ph sz="quarter" idx="34" hasCustomPrompt="1"/>
          </p:nvPr>
        </p:nvSpPr>
        <p:spPr>
          <a:xfrm>
            <a:off x="7800379" y="14878488"/>
            <a:ext cx="5915458" cy="3330775"/>
          </a:xfrm>
          <a:solidFill>
            <a:srgbClr val="DAD9FF"/>
          </a:solidFill>
        </p:spPr>
        <p:txBody>
          <a:bodyPr/>
          <a:lstStyle>
            <a:lvl1pPr marL="0" indent="0">
              <a:buNone/>
              <a:defRPr/>
            </a:lvl1pPr>
          </a:lstStyle>
          <a:p>
            <a:pPr lvl="0"/>
            <a:r>
              <a:rPr lang="nb-NO" dirty="0"/>
              <a:t>Sett inn bilde/graf/tabell</a:t>
            </a:r>
          </a:p>
        </p:txBody>
      </p:sp>
      <p:sp>
        <p:nvSpPr>
          <p:cNvPr id="15" name="Text Placeholder 18">
            <a:extLst>
              <a:ext uri="{FF2B5EF4-FFF2-40B4-BE49-F238E27FC236}">
                <a16:creationId xmlns:a16="http://schemas.microsoft.com/office/drawing/2014/main" id="{D3A61820-DA14-1387-7122-3D862DE25C96}"/>
              </a:ext>
            </a:extLst>
          </p:cNvPr>
          <p:cNvSpPr>
            <a:spLocks noGrp="1"/>
          </p:cNvSpPr>
          <p:nvPr>
            <p:ph type="body" sz="quarter" idx="35" hasCustomPrompt="1"/>
          </p:nvPr>
        </p:nvSpPr>
        <p:spPr>
          <a:xfrm>
            <a:off x="7800379" y="9849076"/>
            <a:ext cx="5915458" cy="1221928"/>
          </a:xfrm>
          <a:effectLst/>
        </p:spPr>
        <p:txBody>
          <a:bodyPr lIns="0" tIns="0" rIns="0" bIns="0">
            <a:normAutofit/>
          </a:bodyPr>
          <a:lstStyle>
            <a:lvl1pPr marL="0" indent="0">
              <a:lnSpc>
                <a:spcPct val="95000"/>
              </a:lnSpc>
              <a:spcBef>
                <a:spcPts val="0"/>
              </a:spcBef>
              <a:buNone/>
              <a:defRPr sz="3500" b="1">
                <a:latin typeface="Arial" panose="020B0604020202020204" pitchFamily="34" charset="0"/>
                <a:cs typeface="Arial" panose="020B0604020202020204" pitchFamily="34" charset="0"/>
              </a:defRPr>
            </a:lvl1pPr>
          </a:lstStyle>
          <a:p>
            <a:pPr lvl="0"/>
            <a:r>
              <a:rPr lang="nb-NO" dirty="0" err="1"/>
              <a:t>Title</a:t>
            </a:r>
            <a:r>
              <a:rPr lang="nb-NO" dirty="0"/>
              <a:t> 1</a:t>
            </a:r>
          </a:p>
        </p:txBody>
      </p:sp>
      <p:sp>
        <p:nvSpPr>
          <p:cNvPr id="16" name="Text Placeholder 21">
            <a:extLst>
              <a:ext uri="{FF2B5EF4-FFF2-40B4-BE49-F238E27FC236}">
                <a16:creationId xmlns:a16="http://schemas.microsoft.com/office/drawing/2014/main" id="{08731FA1-1BA9-B407-EE66-265A189D5E02}"/>
              </a:ext>
            </a:extLst>
          </p:cNvPr>
          <p:cNvSpPr>
            <a:spLocks noGrp="1"/>
          </p:cNvSpPr>
          <p:nvPr>
            <p:ph type="body" sz="quarter" idx="36" hasCustomPrompt="1"/>
          </p:nvPr>
        </p:nvSpPr>
        <p:spPr>
          <a:xfrm>
            <a:off x="7800379" y="11503545"/>
            <a:ext cx="5915458" cy="2942402"/>
          </a:xfrm>
        </p:spPr>
        <p:txBody>
          <a:bodyPr lIns="0" tIns="0" rIns="0" bIns="0"/>
          <a:lstStyle>
            <a:lvl1pPr marL="0" indent="0">
              <a:buNone/>
              <a:tabLst/>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Click</a:t>
            </a:r>
            <a:r>
              <a:rPr lang="nb-NO" dirty="0"/>
              <a:t> to </a:t>
            </a:r>
            <a:r>
              <a:rPr lang="nb-NO" dirty="0" err="1"/>
              <a:t>edit</a:t>
            </a:r>
            <a:r>
              <a:rPr lang="nb-NO" dirty="0"/>
              <a:t> Master </a:t>
            </a:r>
            <a:r>
              <a:rPr lang="nb-NO" dirty="0" err="1"/>
              <a:t>text</a:t>
            </a:r>
            <a:r>
              <a:rPr lang="nb-NO" dirty="0"/>
              <a:t> styles </a:t>
            </a:r>
          </a:p>
          <a:p>
            <a:pPr lvl="1"/>
            <a:r>
              <a:rPr lang="nb-NO" dirty="0"/>
              <a:t>Second </a:t>
            </a:r>
            <a:r>
              <a:rPr lang="nb-NO" dirty="0" err="1"/>
              <a:t>level</a:t>
            </a:r>
            <a:endParaRPr lang="nb-NO" dirty="0"/>
          </a:p>
          <a:p>
            <a:pPr lvl="2"/>
            <a:r>
              <a:rPr lang="nb-NO" dirty="0"/>
              <a:t>Third </a:t>
            </a:r>
            <a:r>
              <a:rPr lang="nb-NO" dirty="0" err="1"/>
              <a:t>level</a:t>
            </a:r>
            <a:endParaRPr lang="nb-NO" dirty="0"/>
          </a:p>
          <a:p>
            <a:pPr lvl="3"/>
            <a:r>
              <a:rPr lang="nb-NO" dirty="0" err="1"/>
              <a:t>Fourth</a:t>
            </a:r>
            <a:r>
              <a:rPr lang="nb-NO" dirty="0"/>
              <a:t> </a:t>
            </a:r>
            <a:r>
              <a:rPr lang="nb-NO" dirty="0" err="1"/>
              <a:t>level</a:t>
            </a:r>
            <a:endParaRPr lang="nb-NO" dirty="0"/>
          </a:p>
          <a:p>
            <a:pPr lvl="4"/>
            <a:r>
              <a:rPr lang="nb-NO" dirty="0"/>
              <a:t>Fifth </a:t>
            </a:r>
            <a:r>
              <a:rPr lang="nb-NO" dirty="0" err="1"/>
              <a:t>level</a:t>
            </a:r>
            <a:endParaRPr lang="nb-NO" dirty="0"/>
          </a:p>
        </p:txBody>
      </p:sp>
      <p:sp>
        <p:nvSpPr>
          <p:cNvPr id="17" name="Content Placeholder 31">
            <a:extLst>
              <a:ext uri="{FF2B5EF4-FFF2-40B4-BE49-F238E27FC236}">
                <a16:creationId xmlns:a16="http://schemas.microsoft.com/office/drawing/2014/main" id="{E06E4617-7734-3D62-7768-11F4FAC812D6}"/>
              </a:ext>
            </a:extLst>
          </p:cNvPr>
          <p:cNvSpPr>
            <a:spLocks noGrp="1"/>
          </p:cNvSpPr>
          <p:nvPr>
            <p:ph sz="quarter" idx="37" hasCustomPrompt="1"/>
          </p:nvPr>
        </p:nvSpPr>
        <p:spPr>
          <a:xfrm>
            <a:off x="14429287" y="14878488"/>
            <a:ext cx="5915458" cy="3330775"/>
          </a:xfrm>
          <a:solidFill>
            <a:srgbClr val="DAD9FF"/>
          </a:solidFill>
        </p:spPr>
        <p:txBody>
          <a:bodyPr/>
          <a:lstStyle>
            <a:lvl1pPr marL="0" indent="0">
              <a:buNone/>
              <a:defRPr/>
            </a:lvl1pPr>
          </a:lstStyle>
          <a:p>
            <a:pPr lvl="0"/>
            <a:r>
              <a:rPr lang="nb-NO" dirty="0"/>
              <a:t>Sett inn bilde/graf/tabell</a:t>
            </a:r>
          </a:p>
        </p:txBody>
      </p:sp>
      <p:sp>
        <p:nvSpPr>
          <p:cNvPr id="18" name="Text Placeholder 18">
            <a:extLst>
              <a:ext uri="{FF2B5EF4-FFF2-40B4-BE49-F238E27FC236}">
                <a16:creationId xmlns:a16="http://schemas.microsoft.com/office/drawing/2014/main" id="{E9CAD05D-1889-946C-2BFE-1BFB636FCF04}"/>
              </a:ext>
            </a:extLst>
          </p:cNvPr>
          <p:cNvSpPr>
            <a:spLocks noGrp="1"/>
          </p:cNvSpPr>
          <p:nvPr>
            <p:ph type="body" sz="quarter" idx="38" hasCustomPrompt="1"/>
          </p:nvPr>
        </p:nvSpPr>
        <p:spPr>
          <a:xfrm>
            <a:off x="14429287" y="9849076"/>
            <a:ext cx="5915458" cy="1221928"/>
          </a:xfrm>
          <a:effectLst/>
        </p:spPr>
        <p:txBody>
          <a:bodyPr lIns="0" tIns="0" rIns="0" bIns="0">
            <a:normAutofit/>
          </a:bodyPr>
          <a:lstStyle>
            <a:lvl1pPr marL="0" indent="0">
              <a:lnSpc>
                <a:spcPct val="95000"/>
              </a:lnSpc>
              <a:spcBef>
                <a:spcPts val="0"/>
              </a:spcBef>
              <a:buNone/>
              <a:defRPr sz="3500" b="1">
                <a:latin typeface="Arial" panose="020B0604020202020204" pitchFamily="34" charset="0"/>
                <a:cs typeface="Arial" panose="020B0604020202020204" pitchFamily="34" charset="0"/>
              </a:defRPr>
            </a:lvl1pPr>
          </a:lstStyle>
          <a:p>
            <a:pPr lvl="0"/>
            <a:r>
              <a:rPr lang="nb-NO" dirty="0" err="1"/>
              <a:t>Title</a:t>
            </a:r>
            <a:r>
              <a:rPr lang="nb-NO" dirty="0"/>
              <a:t> 1</a:t>
            </a:r>
          </a:p>
        </p:txBody>
      </p:sp>
      <p:sp>
        <p:nvSpPr>
          <p:cNvPr id="19" name="Text Placeholder 21">
            <a:extLst>
              <a:ext uri="{FF2B5EF4-FFF2-40B4-BE49-F238E27FC236}">
                <a16:creationId xmlns:a16="http://schemas.microsoft.com/office/drawing/2014/main" id="{180FD685-E0D5-2C93-61DE-E04795DAB948}"/>
              </a:ext>
            </a:extLst>
          </p:cNvPr>
          <p:cNvSpPr>
            <a:spLocks noGrp="1"/>
          </p:cNvSpPr>
          <p:nvPr>
            <p:ph type="body" sz="quarter" idx="39" hasCustomPrompt="1"/>
          </p:nvPr>
        </p:nvSpPr>
        <p:spPr>
          <a:xfrm>
            <a:off x="14429287" y="11503545"/>
            <a:ext cx="5915458" cy="2942402"/>
          </a:xfrm>
        </p:spPr>
        <p:txBody>
          <a:bodyPr lIns="0" tIns="0" rIns="0" bIns="0"/>
          <a:lstStyle>
            <a:lvl1pPr marL="0" indent="0">
              <a:buNone/>
              <a:tabLst/>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Click</a:t>
            </a:r>
            <a:r>
              <a:rPr lang="nb-NO" dirty="0"/>
              <a:t> to </a:t>
            </a:r>
            <a:r>
              <a:rPr lang="nb-NO" dirty="0" err="1"/>
              <a:t>edit</a:t>
            </a:r>
            <a:r>
              <a:rPr lang="nb-NO" dirty="0"/>
              <a:t> Master </a:t>
            </a:r>
            <a:r>
              <a:rPr lang="nb-NO" dirty="0" err="1"/>
              <a:t>text</a:t>
            </a:r>
            <a:r>
              <a:rPr lang="nb-NO" dirty="0"/>
              <a:t> styles </a:t>
            </a:r>
          </a:p>
          <a:p>
            <a:pPr lvl="1"/>
            <a:r>
              <a:rPr lang="nb-NO" dirty="0"/>
              <a:t>Second </a:t>
            </a:r>
            <a:r>
              <a:rPr lang="nb-NO" dirty="0" err="1"/>
              <a:t>level</a:t>
            </a:r>
            <a:endParaRPr lang="nb-NO" dirty="0"/>
          </a:p>
          <a:p>
            <a:pPr lvl="2"/>
            <a:r>
              <a:rPr lang="nb-NO" dirty="0"/>
              <a:t>Third </a:t>
            </a:r>
            <a:r>
              <a:rPr lang="nb-NO" dirty="0" err="1"/>
              <a:t>level</a:t>
            </a:r>
            <a:endParaRPr lang="nb-NO" dirty="0"/>
          </a:p>
          <a:p>
            <a:pPr lvl="3"/>
            <a:r>
              <a:rPr lang="nb-NO" dirty="0" err="1"/>
              <a:t>Fourth</a:t>
            </a:r>
            <a:r>
              <a:rPr lang="nb-NO" dirty="0"/>
              <a:t> </a:t>
            </a:r>
            <a:r>
              <a:rPr lang="nb-NO" dirty="0" err="1"/>
              <a:t>level</a:t>
            </a:r>
            <a:endParaRPr lang="nb-NO" dirty="0"/>
          </a:p>
          <a:p>
            <a:pPr lvl="4"/>
            <a:r>
              <a:rPr lang="nb-NO" dirty="0"/>
              <a:t>Fifth </a:t>
            </a:r>
            <a:r>
              <a:rPr lang="nb-NO" dirty="0" err="1"/>
              <a:t>level</a:t>
            </a:r>
            <a:endParaRPr lang="nb-NO" dirty="0"/>
          </a:p>
        </p:txBody>
      </p:sp>
      <p:sp>
        <p:nvSpPr>
          <p:cNvPr id="20" name="Content Placeholder 31">
            <a:extLst>
              <a:ext uri="{FF2B5EF4-FFF2-40B4-BE49-F238E27FC236}">
                <a16:creationId xmlns:a16="http://schemas.microsoft.com/office/drawing/2014/main" id="{C64204D1-4C31-8662-A65B-7D764AF0491E}"/>
              </a:ext>
            </a:extLst>
          </p:cNvPr>
          <p:cNvSpPr>
            <a:spLocks noGrp="1"/>
          </p:cNvSpPr>
          <p:nvPr>
            <p:ph sz="quarter" idx="40" hasCustomPrompt="1"/>
          </p:nvPr>
        </p:nvSpPr>
        <p:spPr>
          <a:xfrm>
            <a:off x="1078824" y="24086168"/>
            <a:ext cx="5915458" cy="3330775"/>
          </a:xfrm>
          <a:solidFill>
            <a:srgbClr val="DAD9FF"/>
          </a:solidFill>
        </p:spPr>
        <p:txBody>
          <a:bodyPr/>
          <a:lstStyle>
            <a:lvl1pPr marL="0" indent="0">
              <a:buNone/>
              <a:defRPr/>
            </a:lvl1pPr>
          </a:lstStyle>
          <a:p>
            <a:pPr lvl="0"/>
            <a:r>
              <a:rPr lang="nb-NO" dirty="0"/>
              <a:t>Sett inn bilde/graf/tabell</a:t>
            </a:r>
          </a:p>
        </p:txBody>
      </p:sp>
      <p:sp>
        <p:nvSpPr>
          <p:cNvPr id="21" name="Text Placeholder 18">
            <a:extLst>
              <a:ext uri="{FF2B5EF4-FFF2-40B4-BE49-F238E27FC236}">
                <a16:creationId xmlns:a16="http://schemas.microsoft.com/office/drawing/2014/main" id="{B83289B1-D43A-9452-47F0-9E526436943F}"/>
              </a:ext>
            </a:extLst>
          </p:cNvPr>
          <p:cNvSpPr>
            <a:spLocks noGrp="1"/>
          </p:cNvSpPr>
          <p:nvPr>
            <p:ph type="body" sz="quarter" idx="41" hasCustomPrompt="1"/>
          </p:nvPr>
        </p:nvSpPr>
        <p:spPr>
          <a:xfrm>
            <a:off x="1078824" y="19056756"/>
            <a:ext cx="5915458" cy="1221928"/>
          </a:xfrm>
          <a:effectLst/>
        </p:spPr>
        <p:txBody>
          <a:bodyPr lIns="0" tIns="0" rIns="0" bIns="0">
            <a:normAutofit/>
          </a:bodyPr>
          <a:lstStyle>
            <a:lvl1pPr marL="0" indent="0">
              <a:lnSpc>
                <a:spcPct val="95000"/>
              </a:lnSpc>
              <a:spcBef>
                <a:spcPts val="0"/>
              </a:spcBef>
              <a:buNone/>
              <a:defRPr sz="3500" b="1">
                <a:latin typeface="Arial" panose="020B0604020202020204" pitchFamily="34" charset="0"/>
                <a:cs typeface="Arial" panose="020B0604020202020204" pitchFamily="34" charset="0"/>
              </a:defRPr>
            </a:lvl1pPr>
          </a:lstStyle>
          <a:p>
            <a:pPr lvl="0"/>
            <a:r>
              <a:rPr lang="nb-NO" dirty="0" err="1"/>
              <a:t>Title</a:t>
            </a:r>
            <a:r>
              <a:rPr lang="nb-NO" dirty="0"/>
              <a:t> 1</a:t>
            </a:r>
          </a:p>
        </p:txBody>
      </p:sp>
      <p:sp>
        <p:nvSpPr>
          <p:cNvPr id="22" name="Text Placeholder 21">
            <a:extLst>
              <a:ext uri="{FF2B5EF4-FFF2-40B4-BE49-F238E27FC236}">
                <a16:creationId xmlns:a16="http://schemas.microsoft.com/office/drawing/2014/main" id="{5D650043-28B0-92CE-B283-60EC32EF7D25}"/>
              </a:ext>
            </a:extLst>
          </p:cNvPr>
          <p:cNvSpPr>
            <a:spLocks noGrp="1"/>
          </p:cNvSpPr>
          <p:nvPr>
            <p:ph type="body" sz="quarter" idx="42" hasCustomPrompt="1"/>
          </p:nvPr>
        </p:nvSpPr>
        <p:spPr>
          <a:xfrm>
            <a:off x="1078824" y="20711225"/>
            <a:ext cx="5915458" cy="2942402"/>
          </a:xfrm>
        </p:spPr>
        <p:txBody>
          <a:bodyPr lIns="0" tIns="0" rIns="0" bIns="0"/>
          <a:lstStyle>
            <a:lvl1pPr marL="0" indent="0">
              <a:buNone/>
              <a:tabLst/>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Click</a:t>
            </a:r>
            <a:r>
              <a:rPr lang="nb-NO" dirty="0"/>
              <a:t> to </a:t>
            </a:r>
            <a:r>
              <a:rPr lang="nb-NO" dirty="0" err="1"/>
              <a:t>edit</a:t>
            </a:r>
            <a:r>
              <a:rPr lang="nb-NO" dirty="0"/>
              <a:t> Master </a:t>
            </a:r>
            <a:r>
              <a:rPr lang="nb-NO" dirty="0" err="1"/>
              <a:t>text</a:t>
            </a:r>
            <a:r>
              <a:rPr lang="nb-NO" dirty="0"/>
              <a:t> styles </a:t>
            </a:r>
          </a:p>
          <a:p>
            <a:pPr lvl="1"/>
            <a:r>
              <a:rPr lang="nb-NO" dirty="0"/>
              <a:t>Second </a:t>
            </a:r>
            <a:r>
              <a:rPr lang="nb-NO" dirty="0" err="1"/>
              <a:t>level</a:t>
            </a:r>
            <a:endParaRPr lang="nb-NO" dirty="0"/>
          </a:p>
          <a:p>
            <a:pPr lvl="2"/>
            <a:r>
              <a:rPr lang="nb-NO" dirty="0"/>
              <a:t>Third </a:t>
            </a:r>
            <a:r>
              <a:rPr lang="nb-NO" dirty="0" err="1"/>
              <a:t>level</a:t>
            </a:r>
            <a:endParaRPr lang="nb-NO" dirty="0"/>
          </a:p>
          <a:p>
            <a:pPr lvl="3"/>
            <a:r>
              <a:rPr lang="nb-NO" dirty="0" err="1"/>
              <a:t>Fourth</a:t>
            </a:r>
            <a:r>
              <a:rPr lang="nb-NO" dirty="0"/>
              <a:t> </a:t>
            </a:r>
            <a:r>
              <a:rPr lang="nb-NO" dirty="0" err="1"/>
              <a:t>level</a:t>
            </a:r>
            <a:endParaRPr lang="nb-NO" dirty="0"/>
          </a:p>
          <a:p>
            <a:pPr lvl="4"/>
            <a:r>
              <a:rPr lang="nb-NO" dirty="0"/>
              <a:t>Fifth </a:t>
            </a:r>
            <a:r>
              <a:rPr lang="nb-NO" dirty="0" err="1"/>
              <a:t>level</a:t>
            </a:r>
            <a:endParaRPr lang="nb-NO" dirty="0"/>
          </a:p>
        </p:txBody>
      </p:sp>
      <p:sp>
        <p:nvSpPr>
          <p:cNvPr id="23" name="Content Placeholder 31">
            <a:extLst>
              <a:ext uri="{FF2B5EF4-FFF2-40B4-BE49-F238E27FC236}">
                <a16:creationId xmlns:a16="http://schemas.microsoft.com/office/drawing/2014/main" id="{DBD6B65C-FCAF-5397-6982-DE9C9C1B6169}"/>
              </a:ext>
            </a:extLst>
          </p:cNvPr>
          <p:cNvSpPr>
            <a:spLocks noGrp="1"/>
          </p:cNvSpPr>
          <p:nvPr>
            <p:ph sz="quarter" idx="43" hasCustomPrompt="1"/>
          </p:nvPr>
        </p:nvSpPr>
        <p:spPr>
          <a:xfrm>
            <a:off x="7800379" y="24086168"/>
            <a:ext cx="5915458" cy="3330775"/>
          </a:xfrm>
          <a:solidFill>
            <a:srgbClr val="DAD9FF"/>
          </a:solidFill>
        </p:spPr>
        <p:txBody>
          <a:bodyPr/>
          <a:lstStyle>
            <a:lvl1pPr marL="0" indent="0">
              <a:buNone/>
              <a:defRPr/>
            </a:lvl1pPr>
          </a:lstStyle>
          <a:p>
            <a:pPr lvl="0"/>
            <a:r>
              <a:rPr lang="nb-NO" dirty="0"/>
              <a:t>Sett inn bilde/graf/tabell</a:t>
            </a:r>
          </a:p>
        </p:txBody>
      </p:sp>
      <p:sp>
        <p:nvSpPr>
          <p:cNvPr id="24" name="Text Placeholder 18">
            <a:extLst>
              <a:ext uri="{FF2B5EF4-FFF2-40B4-BE49-F238E27FC236}">
                <a16:creationId xmlns:a16="http://schemas.microsoft.com/office/drawing/2014/main" id="{80E3A6A2-134F-42FA-E840-2B30D13A1C73}"/>
              </a:ext>
            </a:extLst>
          </p:cNvPr>
          <p:cNvSpPr>
            <a:spLocks noGrp="1"/>
          </p:cNvSpPr>
          <p:nvPr>
            <p:ph type="body" sz="quarter" idx="44" hasCustomPrompt="1"/>
          </p:nvPr>
        </p:nvSpPr>
        <p:spPr>
          <a:xfrm>
            <a:off x="7800379" y="19056756"/>
            <a:ext cx="5915458" cy="1221928"/>
          </a:xfrm>
          <a:effectLst/>
        </p:spPr>
        <p:txBody>
          <a:bodyPr lIns="0" tIns="0" rIns="0" bIns="0">
            <a:normAutofit/>
          </a:bodyPr>
          <a:lstStyle>
            <a:lvl1pPr marL="0" indent="0">
              <a:lnSpc>
                <a:spcPct val="95000"/>
              </a:lnSpc>
              <a:spcBef>
                <a:spcPts val="0"/>
              </a:spcBef>
              <a:buNone/>
              <a:defRPr sz="3500" b="1">
                <a:latin typeface="Arial" panose="020B0604020202020204" pitchFamily="34" charset="0"/>
                <a:cs typeface="Arial" panose="020B0604020202020204" pitchFamily="34" charset="0"/>
              </a:defRPr>
            </a:lvl1pPr>
          </a:lstStyle>
          <a:p>
            <a:pPr lvl="0"/>
            <a:r>
              <a:rPr lang="nb-NO" dirty="0" err="1"/>
              <a:t>Title</a:t>
            </a:r>
            <a:r>
              <a:rPr lang="nb-NO" dirty="0"/>
              <a:t> 1</a:t>
            </a:r>
          </a:p>
        </p:txBody>
      </p:sp>
      <p:sp>
        <p:nvSpPr>
          <p:cNvPr id="25" name="Text Placeholder 21">
            <a:extLst>
              <a:ext uri="{FF2B5EF4-FFF2-40B4-BE49-F238E27FC236}">
                <a16:creationId xmlns:a16="http://schemas.microsoft.com/office/drawing/2014/main" id="{BC5ED20B-318A-9F8C-2862-D337147C599A}"/>
              </a:ext>
            </a:extLst>
          </p:cNvPr>
          <p:cNvSpPr>
            <a:spLocks noGrp="1"/>
          </p:cNvSpPr>
          <p:nvPr>
            <p:ph type="body" sz="quarter" idx="45" hasCustomPrompt="1"/>
          </p:nvPr>
        </p:nvSpPr>
        <p:spPr>
          <a:xfrm>
            <a:off x="7800379" y="20711225"/>
            <a:ext cx="5915458" cy="2942402"/>
          </a:xfrm>
        </p:spPr>
        <p:txBody>
          <a:bodyPr lIns="0" tIns="0" rIns="0" bIns="0"/>
          <a:lstStyle>
            <a:lvl1pPr marL="0" indent="0">
              <a:buNone/>
              <a:tabLst/>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Click</a:t>
            </a:r>
            <a:r>
              <a:rPr lang="nb-NO" dirty="0"/>
              <a:t> to </a:t>
            </a:r>
            <a:r>
              <a:rPr lang="nb-NO" dirty="0" err="1"/>
              <a:t>edit</a:t>
            </a:r>
            <a:r>
              <a:rPr lang="nb-NO" dirty="0"/>
              <a:t> Master </a:t>
            </a:r>
            <a:r>
              <a:rPr lang="nb-NO" dirty="0" err="1"/>
              <a:t>text</a:t>
            </a:r>
            <a:r>
              <a:rPr lang="nb-NO" dirty="0"/>
              <a:t> styles </a:t>
            </a:r>
          </a:p>
          <a:p>
            <a:pPr lvl="1"/>
            <a:r>
              <a:rPr lang="nb-NO" dirty="0"/>
              <a:t>Second </a:t>
            </a:r>
            <a:r>
              <a:rPr lang="nb-NO" dirty="0" err="1"/>
              <a:t>level</a:t>
            </a:r>
            <a:endParaRPr lang="nb-NO" dirty="0"/>
          </a:p>
          <a:p>
            <a:pPr lvl="2"/>
            <a:r>
              <a:rPr lang="nb-NO" dirty="0"/>
              <a:t>Third </a:t>
            </a:r>
            <a:r>
              <a:rPr lang="nb-NO" dirty="0" err="1"/>
              <a:t>level</a:t>
            </a:r>
            <a:endParaRPr lang="nb-NO" dirty="0"/>
          </a:p>
          <a:p>
            <a:pPr lvl="3"/>
            <a:r>
              <a:rPr lang="nb-NO" dirty="0" err="1"/>
              <a:t>Fourth</a:t>
            </a:r>
            <a:r>
              <a:rPr lang="nb-NO" dirty="0"/>
              <a:t> </a:t>
            </a:r>
            <a:r>
              <a:rPr lang="nb-NO" dirty="0" err="1"/>
              <a:t>level</a:t>
            </a:r>
            <a:endParaRPr lang="nb-NO" dirty="0"/>
          </a:p>
          <a:p>
            <a:pPr lvl="4"/>
            <a:r>
              <a:rPr lang="nb-NO" dirty="0"/>
              <a:t>Fifth </a:t>
            </a:r>
            <a:r>
              <a:rPr lang="nb-NO" dirty="0" err="1"/>
              <a:t>level</a:t>
            </a:r>
            <a:endParaRPr lang="nb-NO" dirty="0"/>
          </a:p>
        </p:txBody>
      </p:sp>
      <p:sp>
        <p:nvSpPr>
          <p:cNvPr id="26" name="Content Placeholder 31">
            <a:extLst>
              <a:ext uri="{FF2B5EF4-FFF2-40B4-BE49-F238E27FC236}">
                <a16:creationId xmlns:a16="http://schemas.microsoft.com/office/drawing/2014/main" id="{84A681F6-155B-F2DE-6FE0-C62B359BAA6A}"/>
              </a:ext>
            </a:extLst>
          </p:cNvPr>
          <p:cNvSpPr>
            <a:spLocks noGrp="1"/>
          </p:cNvSpPr>
          <p:nvPr>
            <p:ph sz="quarter" idx="46" hasCustomPrompt="1"/>
          </p:nvPr>
        </p:nvSpPr>
        <p:spPr>
          <a:xfrm>
            <a:off x="14429287" y="24086168"/>
            <a:ext cx="5915458" cy="3330775"/>
          </a:xfrm>
          <a:solidFill>
            <a:srgbClr val="DAD9FF"/>
          </a:solidFill>
        </p:spPr>
        <p:txBody>
          <a:bodyPr/>
          <a:lstStyle>
            <a:lvl1pPr marL="0" indent="0">
              <a:buNone/>
              <a:defRPr/>
            </a:lvl1pPr>
          </a:lstStyle>
          <a:p>
            <a:pPr lvl="0"/>
            <a:r>
              <a:rPr lang="nb-NO" dirty="0"/>
              <a:t>Sett inn bilde/graf/tabell</a:t>
            </a:r>
          </a:p>
        </p:txBody>
      </p:sp>
      <p:sp>
        <p:nvSpPr>
          <p:cNvPr id="27" name="Text Placeholder 18">
            <a:extLst>
              <a:ext uri="{FF2B5EF4-FFF2-40B4-BE49-F238E27FC236}">
                <a16:creationId xmlns:a16="http://schemas.microsoft.com/office/drawing/2014/main" id="{D72BEB8C-8C9F-8A35-C653-4C17916C7815}"/>
              </a:ext>
            </a:extLst>
          </p:cNvPr>
          <p:cNvSpPr>
            <a:spLocks noGrp="1"/>
          </p:cNvSpPr>
          <p:nvPr>
            <p:ph type="body" sz="quarter" idx="47" hasCustomPrompt="1"/>
          </p:nvPr>
        </p:nvSpPr>
        <p:spPr>
          <a:xfrm>
            <a:off x="14429287" y="19056756"/>
            <a:ext cx="5915458" cy="1221928"/>
          </a:xfrm>
          <a:effectLst/>
        </p:spPr>
        <p:txBody>
          <a:bodyPr lIns="0" tIns="0" rIns="0" bIns="0">
            <a:normAutofit/>
          </a:bodyPr>
          <a:lstStyle>
            <a:lvl1pPr marL="0" indent="0">
              <a:lnSpc>
                <a:spcPct val="95000"/>
              </a:lnSpc>
              <a:spcBef>
                <a:spcPts val="0"/>
              </a:spcBef>
              <a:buNone/>
              <a:defRPr sz="3500" b="1">
                <a:latin typeface="Arial" panose="020B0604020202020204" pitchFamily="34" charset="0"/>
                <a:cs typeface="Arial" panose="020B0604020202020204" pitchFamily="34" charset="0"/>
              </a:defRPr>
            </a:lvl1pPr>
          </a:lstStyle>
          <a:p>
            <a:pPr lvl="0"/>
            <a:r>
              <a:rPr lang="nb-NO" dirty="0" err="1"/>
              <a:t>Title</a:t>
            </a:r>
            <a:r>
              <a:rPr lang="nb-NO" dirty="0"/>
              <a:t> 1</a:t>
            </a:r>
          </a:p>
        </p:txBody>
      </p:sp>
      <p:sp>
        <p:nvSpPr>
          <p:cNvPr id="28" name="Text Placeholder 21">
            <a:extLst>
              <a:ext uri="{FF2B5EF4-FFF2-40B4-BE49-F238E27FC236}">
                <a16:creationId xmlns:a16="http://schemas.microsoft.com/office/drawing/2014/main" id="{E4E94E1B-B79B-BB02-CC82-3D92A1940635}"/>
              </a:ext>
            </a:extLst>
          </p:cNvPr>
          <p:cNvSpPr>
            <a:spLocks noGrp="1"/>
          </p:cNvSpPr>
          <p:nvPr>
            <p:ph type="body" sz="quarter" idx="48" hasCustomPrompt="1"/>
          </p:nvPr>
        </p:nvSpPr>
        <p:spPr>
          <a:xfrm>
            <a:off x="14429287" y="20711225"/>
            <a:ext cx="5915458" cy="2942402"/>
          </a:xfrm>
        </p:spPr>
        <p:txBody>
          <a:bodyPr lIns="0" tIns="0" rIns="0" bIns="0"/>
          <a:lstStyle>
            <a:lvl1pPr marL="0" indent="0">
              <a:buNone/>
              <a:tabLst/>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Click</a:t>
            </a:r>
            <a:r>
              <a:rPr lang="nb-NO" dirty="0"/>
              <a:t> to </a:t>
            </a:r>
            <a:r>
              <a:rPr lang="nb-NO" dirty="0" err="1"/>
              <a:t>edit</a:t>
            </a:r>
            <a:r>
              <a:rPr lang="nb-NO" dirty="0"/>
              <a:t> Master </a:t>
            </a:r>
            <a:r>
              <a:rPr lang="nb-NO" dirty="0" err="1"/>
              <a:t>text</a:t>
            </a:r>
            <a:r>
              <a:rPr lang="nb-NO" dirty="0"/>
              <a:t> styles </a:t>
            </a:r>
          </a:p>
          <a:p>
            <a:pPr lvl="1"/>
            <a:r>
              <a:rPr lang="nb-NO" dirty="0"/>
              <a:t>Second </a:t>
            </a:r>
            <a:r>
              <a:rPr lang="nb-NO" dirty="0" err="1"/>
              <a:t>level</a:t>
            </a:r>
            <a:endParaRPr lang="nb-NO" dirty="0"/>
          </a:p>
          <a:p>
            <a:pPr lvl="2"/>
            <a:r>
              <a:rPr lang="nb-NO" dirty="0"/>
              <a:t>Third </a:t>
            </a:r>
            <a:r>
              <a:rPr lang="nb-NO" dirty="0" err="1"/>
              <a:t>level</a:t>
            </a:r>
            <a:endParaRPr lang="nb-NO" dirty="0"/>
          </a:p>
          <a:p>
            <a:pPr lvl="3"/>
            <a:r>
              <a:rPr lang="nb-NO" dirty="0" err="1"/>
              <a:t>Fourth</a:t>
            </a:r>
            <a:r>
              <a:rPr lang="nb-NO" dirty="0"/>
              <a:t> </a:t>
            </a:r>
            <a:r>
              <a:rPr lang="nb-NO" dirty="0" err="1"/>
              <a:t>level</a:t>
            </a:r>
            <a:endParaRPr lang="nb-NO" dirty="0"/>
          </a:p>
          <a:p>
            <a:pPr lvl="4"/>
            <a:r>
              <a:rPr lang="nb-NO" dirty="0"/>
              <a:t>Fifth </a:t>
            </a:r>
            <a:r>
              <a:rPr lang="nb-NO" dirty="0" err="1"/>
              <a:t>level</a:t>
            </a:r>
            <a:endParaRPr lang="nb-NO" dirty="0"/>
          </a:p>
        </p:txBody>
      </p:sp>
    </p:spTree>
    <p:extLst>
      <p:ext uri="{BB962C8B-B14F-4D97-AF65-F5344CB8AC3E}">
        <p14:creationId xmlns:p14="http://schemas.microsoft.com/office/powerpoint/2010/main" val="20786822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ormal">
    <p:bg>
      <p:bgPr>
        <a:solidFill>
          <a:srgbClr val="DAD9F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D7415EF-A1C0-DB1D-05A9-DA8D9A79CF8A}"/>
              </a:ext>
            </a:extLst>
          </p:cNvPr>
          <p:cNvSpPr>
            <a:spLocks noGrp="1"/>
          </p:cNvSpPr>
          <p:nvPr>
            <p:ph type="ctrTitle"/>
          </p:nvPr>
        </p:nvSpPr>
        <p:spPr>
          <a:xfrm>
            <a:off x="1078824" y="2838260"/>
            <a:ext cx="7251170" cy="1446156"/>
          </a:xfrm>
          <a:prstGeom prst="rect">
            <a:avLst/>
          </a:prstGeom>
        </p:spPr>
        <p:txBody>
          <a:bodyPr lIns="0" tIns="0" rIns="0" bIns="0" anchor="t"/>
          <a:lstStyle/>
          <a:p>
            <a:r>
              <a:rPr lang="nb-NO" dirty="0"/>
              <a:t>Klikk for å redigere tittelstil</a:t>
            </a:r>
          </a:p>
        </p:txBody>
      </p:sp>
      <p:sp>
        <p:nvSpPr>
          <p:cNvPr id="4" name="Text Placeholder 9">
            <a:extLst>
              <a:ext uri="{FF2B5EF4-FFF2-40B4-BE49-F238E27FC236}">
                <a16:creationId xmlns:a16="http://schemas.microsoft.com/office/drawing/2014/main" id="{023C3348-CE98-2F70-8430-2A63DF6194BA}"/>
              </a:ext>
            </a:extLst>
          </p:cNvPr>
          <p:cNvSpPr>
            <a:spLocks noGrp="1"/>
          </p:cNvSpPr>
          <p:nvPr>
            <p:ph type="body" sz="quarter" idx="13"/>
          </p:nvPr>
        </p:nvSpPr>
        <p:spPr>
          <a:xfrm>
            <a:off x="1078824" y="4615195"/>
            <a:ext cx="6118658" cy="1819929"/>
          </a:xfrm>
          <a:prstGeom prst="rect">
            <a:avLst/>
          </a:prstGeom>
        </p:spPr>
        <p:txBody>
          <a:bodyPr lIns="0" tIns="0" rIns="0" bIns="0">
            <a:normAutofit/>
          </a:bodyPr>
          <a:lstStyle>
            <a:lvl1pPr marL="0" indent="0">
              <a:buNone/>
              <a:defRPr sz="2800" baseline="0"/>
            </a:lvl1pPr>
          </a:lstStyle>
          <a:p>
            <a:pPr lvl="0"/>
            <a:r>
              <a:rPr lang="nb-NO" dirty="0"/>
              <a:t>Klikk for å redigere tekststiler i malen</a:t>
            </a:r>
          </a:p>
        </p:txBody>
      </p:sp>
      <p:sp>
        <p:nvSpPr>
          <p:cNvPr id="5" name="Text Placeholder 11">
            <a:extLst>
              <a:ext uri="{FF2B5EF4-FFF2-40B4-BE49-F238E27FC236}">
                <a16:creationId xmlns:a16="http://schemas.microsoft.com/office/drawing/2014/main" id="{8D106730-6288-0910-5C61-037E3513694B}"/>
              </a:ext>
            </a:extLst>
          </p:cNvPr>
          <p:cNvSpPr>
            <a:spLocks noGrp="1"/>
          </p:cNvSpPr>
          <p:nvPr>
            <p:ph type="body" sz="quarter" idx="14"/>
          </p:nvPr>
        </p:nvSpPr>
        <p:spPr>
          <a:xfrm>
            <a:off x="1078824" y="6867666"/>
            <a:ext cx="4966063" cy="1126327"/>
          </a:xfrm>
          <a:prstGeom prst="rect">
            <a:avLst/>
          </a:prstGeom>
          <a:ln>
            <a:noFill/>
          </a:ln>
        </p:spPr>
        <p:txBody>
          <a:bodyPr lIns="0" tIns="0" rIns="0" bIns="0"/>
          <a:lstStyle>
            <a:lvl1pPr marL="0" indent="0">
              <a:buNone/>
              <a:defRPr>
                <a:solidFill>
                  <a:schemeClr val="accent1"/>
                </a:solidFill>
              </a:defRPr>
            </a:lvl1pPr>
          </a:lstStyle>
          <a:p>
            <a:pPr lvl="0"/>
            <a:r>
              <a:rPr lang="nb-NO" dirty="0"/>
              <a:t>Klikk for å redigere tekststiler i malen</a:t>
            </a:r>
          </a:p>
        </p:txBody>
      </p:sp>
      <p:sp>
        <p:nvSpPr>
          <p:cNvPr id="6" name="Picture Placeholder 29">
            <a:extLst>
              <a:ext uri="{FF2B5EF4-FFF2-40B4-BE49-F238E27FC236}">
                <a16:creationId xmlns:a16="http://schemas.microsoft.com/office/drawing/2014/main" id="{B1EA2D2C-8E35-E524-5217-65971A01E311}"/>
              </a:ext>
            </a:extLst>
          </p:cNvPr>
          <p:cNvSpPr>
            <a:spLocks noGrp="1"/>
          </p:cNvSpPr>
          <p:nvPr>
            <p:ph type="pic" sz="quarter" idx="23"/>
          </p:nvPr>
        </p:nvSpPr>
        <p:spPr>
          <a:xfrm>
            <a:off x="9211506" y="0"/>
            <a:ext cx="12176882" cy="8523514"/>
          </a:xfrm>
          <a:prstGeom prst="rect">
            <a:avLst/>
          </a:prstGeom>
          <a:solidFill>
            <a:schemeClr val="bg2">
              <a:lumMod val="90000"/>
            </a:schemeClr>
          </a:solidFill>
        </p:spPr>
        <p:txBody>
          <a:bodyPr/>
          <a:lstStyle/>
          <a:p>
            <a:r>
              <a:rPr lang="nb-NO" dirty="0"/>
              <a:t>Klikk på ikonet for å legge til et bilde</a:t>
            </a:r>
          </a:p>
        </p:txBody>
      </p:sp>
      <p:sp>
        <p:nvSpPr>
          <p:cNvPr id="7" name="Content Placeholder 31">
            <a:extLst>
              <a:ext uri="{FF2B5EF4-FFF2-40B4-BE49-F238E27FC236}">
                <a16:creationId xmlns:a16="http://schemas.microsoft.com/office/drawing/2014/main" id="{A5F47417-FB20-AFAD-0CAC-1290E553499F}"/>
              </a:ext>
            </a:extLst>
          </p:cNvPr>
          <p:cNvSpPr>
            <a:spLocks noGrp="1"/>
          </p:cNvSpPr>
          <p:nvPr>
            <p:ph sz="quarter" idx="24" hasCustomPrompt="1"/>
          </p:nvPr>
        </p:nvSpPr>
        <p:spPr>
          <a:xfrm>
            <a:off x="1078824" y="14878488"/>
            <a:ext cx="5915458" cy="3330775"/>
          </a:xfrm>
          <a:prstGeom prst="rect">
            <a:avLst/>
          </a:prstGeom>
          <a:solidFill>
            <a:srgbClr val="DAD9FF"/>
          </a:solidFill>
        </p:spPr>
        <p:txBody>
          <a:bodyPr/>
          <a:lstStyle>
            <a:lvl1pPr marL="0" indent="0">
              <a:buNone/>
              <a:defRPr/>
            </a:lvl1pPr>
          </a:lstStyle>
          <a:p>
            <a:pPr lvl="0"/>
            <a:r>
              <a:rPr lang="nb-NO" dirty="0"/>
              <a:t>Sett inn bilde/graf/tabell</a:t>
            </a:r>
          </a:p>
        </p:txBody>
      </p:sp>
      <p:sp>
        <p:nvSpPr>
          <p:cNvPr id="8" name="Text Placeholder 21">
            <a:extLst>
              <a:ext uri="{FF2B5EF4-FFF2-40B4-BE49-F238E27FC236}">
                <a16:creationId xmlns:a16="http://schemas.microsoft.com/office/drawing/2014/main" id="{1FDB1625-8AEA-B875-C47F-C009C62DA013}"/>
              </a:ext>
            </a:extLst>
          </p:cNvPr>
          <p:cNvSpPr>
            <a:spLocks noGrp="1"/>
          </p:cNvSpPr>
          <p:nvPr>
            <p:ph type="body" sz="quarter" idx="28" hasCustomPrompt="1"/>
          </p:nvPr>
        </p:nvSpPr>
        <p:spPr>
          <a:xfrm>
            <a:off x="1078824" y="28078504"/>
            <a:ext cx="12637013" cy="1180759"/>
          </a:xfrm>
          <a:prstGeom prst="rect">
            <a:avLst/>
          </a:prstGeom>
        </p:spPr>
        <p:txBody>
          <a:bodyPr lIns="0" rIns="0" bIns="0"/>
          <a:lstStyle>
            <a:lvl1pPr marL="0" indent="0">
              <a:buNone/>
              <a:tabLst/>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Footer</a:t>
            </a:r>
            <a:endParaRPr lang="nb-NO" dirty="0"/>
          </a:p>
        </p:txBody>
      </p:sp>
      <p:sp>
        <p:nvSpPr>
          <p:cNvPr id="9" name="Text Placeholder 21">
            <a:extLst>
              <a:ext uri="{FF2B5EF4-FFF2-40B4-BE49-F238E27FC236}">
                <a16:creationId xmlns:a16="http://schemas.microsoft.com/office/drawing/2014/main" id="{891DF731-3095-AA7A-E284-F48B38442D3B}"/>
              </a:ext>
            </a:extLst>
          </p:cNvPr>
          <p:cNvSpPr>
            <a:spLocks noGrp="1"/>
          </p:cNvSpPr>
          <p:nvPr>
            <p:ph type="body" sz="quarter" idx="29" hasCustomPrompt="1"/>
          </p:nvPr>
        </p:nvSpPr>
        <p:spPr>
          <a:xfrm>
            <a:off x="14429287" y="28078505"/>
            <a:ext cx="5915458" cy="1180758"/>
          </a:xfrm>
          <a:prstGeom prst="rect">
            <a:avLst/>
          </a:prstGeom>
        </p:spPr>
        <p:txBody>
          <a:bodyPr lIns="0" rIns="0" bIns="0"/>
          <a:lstStyle>
            <a:lvl1pPr marL="0" indent="0">
              <a:buNone/>
              <a:tabLst/>
              <a:defRPr b="1">
                <a:latin typeface="Calibri"/>
                <a:cs typeface="Calibri"/>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Collaborative</a:t>
            </a:r>
            <a:r>
              <a:rPr lang="nb-NO" dirty="0"/>
              <a:t> partners:</a:t>
            </a:r>
          </a:p>
        </p:txBody>
      </p:sp>
      <p:sp>
        <p:nvSpPr>
          <p:cNvPr id="11" name="Text Placeholder 18">
            <a:extLst>
              <a:ext uri="{FF2B5EF4-FFF2-40B4-BE49-F238E27FC236}">
                <a16:creationId xmlns:a16="http://schemas.microsoft.com/office/drawing/2014/main" id="{6EC291FF-3B8E-1E6F-9576-2D06F4A22753}"/>
              </a:ext>
            </a:extLst>
          </p:cNvPr>
          <p:cNvSpPr>
            <a:spLocks noGrp="1"/>
          </p:cNvSpPr>
          <p:nvPr>
            <p:ph type="body" sz="quarter" idx="32" hasCustomPrompt="1"/>
          </p:nvPr>
        </p:nvSpPr>
        <p:spPr>
          <a:xfrm>
            <a:off x="1078824" y="9849076"/>
            <a:ext cx="5915458" cy="1221928"/>
          </a:xfrm>
          <a:prstGeom prst="rect">
            <a:avLst/>
          </a:prstGeom>
          <a:effectLst/>
        </p:spPr>
        <p:txBody>
          <a:bodyPr lIns="0" tIns="0" rIns="0" bIns="0">
            <a:normAutofit/>
          </a:bodyPr>
          <a:lstStyle>
            <a:lvl1pPr marL="0" indent="0">
              <a:lnSpc>
                <a:spcPct val="95000"/>
              </a:lnSpc>
              <a:spcBef>
                <a:spcPts val="0"/>
              </a:spcBef>
              <a:buNone/>
              <a:defRPr sz="3500" b="1">
                <a:latin typeface="Arial" panose="020B0604020202020204" pitchFamily="34" charset="0"/>
                <a:cs typeface="Arial" panose="020B0604020202020204" pitchFamily="34" charset="0"/>
              </a:defRPr>
            </a:lvl1pPr>
          </a:lstStyle>
          <a:p>
            <a:pPr lvl="0"/>
            <a:r>
              <a:rPr lang="nb-NO" dirty="0" err="1"/>
              <a:t>Title</a:t>
            </a:r>
            <a:r>
              <a:rPr lang="nb-NO" dirty="0"/>
              <a:t> 1</a:t>
            </a:r>
          </a:p>
        </p:txBody>
      </p:sp>
      <p:sp>
        <p:nvSpPr>
          <p:cNvPr id="13" name="Text Placeholder 21">
            <a:extLst>
              <a:ext uri="{FF2B5EF4-FFF2-40B4-BE49-F238E27FC236}">
                <a16:creationId xmlns:a16="http://schemas.microsoft.com/office/drawing/2014/main" id="{D352195F-54BB-2BEE-BF35-6588FAABFF15}"/>
              </a:ext>
            </a:extLst>
          </p:cNvPr>
          <p:cNvSpPr>
            <a:spLocks noGrp="1"/>
          </p:cNvSpPr>
          <p:nvPr>
            <p:ph type="body" sz="quarter" idx="33" hasCustomPrompt="1"/>
          </p:nvPr>
        </p:nvSpPr>
        <p:spPr>
          <a:xfrm>
            <a:off x="1078824" y="11503545"/>
            <a:ext cx="5915458" cy="2942402"/>
          </a:xfrm>
          <a:prstGeom prst="rect">
            <a:avLst/>
          </a:prstGeom>
        </p:spPr>
        <p:txBody>
          <a:bodyPr lIns="0" tIns="0" rIns="0" bIns="0"/>
          <a:lstStyle>
            <a:lvl1pPr marL="0" indent="0">
              <a:buNone/>
              <a:tabLst/>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Click</a:t>
            </a:r>
            <a:r>
              <a:rPr lang="nb-NO" dirty="0"/>
              <a:t> to </a:t>
            </a:r>
            <a:r>
              <a:rPr lang="nb-NO" dirty="0" err="1"/>
              <a:t>edit</a:t>
            </a:r>
            <a:r>
              <a:rPr lang="nb-NO" dirty="0"/>
              <a:t> Master </a:t>
            </a:r>
            <a:r>
              <a:rPr lang="nb-NO" dirty="0" err="1"/>
              <a:t>text</a:t>
            </a:r>
            <a:r>
              <a:rPr lang="nb-NO" dirty="0"/>
              <a:t> styles </a:t>
            </a:r>
          </a:p>
          <a:p>
            <a:pPr lvl="1"/>
            <a:r>
              <a:rPr lang="nb-NO" dirty="0"/>
              <a:t>Second </a:t>
            </a:r>
            <a:r>
              <a:rPr lang="nb-NO" dirty="0" err="1"/>
              <a:t>level</a:t>
            </a:r>
            <a:endParaRPr lang="nb-NO" dirty="0"/>
          </a:p>
          <a:p>
            <a:pPr lvl="2"/>
            <a:r>
              <a:rPr lang="nb-NO" dirty="0"/>
              <a:t>Third </a:t>
            </a:r>
            <a:r>
              <a:rPr lang="nb-NO" dirty="0" err="1"/>
              <a:t>level</a:t>
            </a:r>
            <a:endParaRPr lang="nb-NO" dirty="0"/>
          </a:p>
          <a:p>
            <a:pPr lvl="3"/>
            <a:r>
              <a:rPr lang="nb-NO" dirty="0" err="1"/>
              <a:t>Fourth</a:t>
            </a:r>
            <a:r>
              <a:rPr lang="nb-NO" dirty="0"/>
              <a:t> </a:t>
            </a:r>
            <a:r>
              <a:rPr lang="nb-NO" dirty="0" err="1"/>
              <a:t>level</a:t>
            </a:r>
            <a:endParaRPr lang="nb-NO" dirty="0"/>
          </a:p>
          <a:p>
            <a:pPr lvl="4"/>
            <a:r>
              <a:rPr lang="nb-NO" dirty="0"/>
              <a:t>Fifth </a:t>
            </a:r>
            <a:r>
              <a:rPr lang="nb-NO" dirty="0" err="1"/>
              <a:t>level</a:t>
            </a:r>
            <a:endParaRPr lang="nb-NO" dirty="0"/>
          </a:p>
        </p:txBody>
      </p:sp>
      <p:sp>
        <p:nvSpPr>
          <p:cNvPr id="14" name="Content Placeholder 31">
            <a:extLst>
              <a:ext uri="{FF2B5EF4-FFF2-40B4-BE49-F238E27FC236}">
                <a16:creationId xmlns:a16="http://schemas.microsoft.com/office/drawing/2014/main" id="{2413ABCA-7A7A-E35B-C359-35CB961700AC}"/>
              </a:ext>
            </a:extLst>
          </p:cNvPr>
          <p:cNvSpPr>
            <a:spLocks noGrp="1"/>
          </p:cNvSpPr>
          <p:nvPr>
            <p:ph sz="quarter" idx="34" hasCustomPrompt="1"/>
          </p:nvPr>
        </p:nvSpPr>
        <p:spPr>
          <a:xfrm>
            <a:off x="7800379" y="14878488"/>
            <a:ext cx="5915458" cy="3330775"/>
          </a:xfrm>
          <a:prstGeom prst="rect">
            <a:avLst/>
          </a:prstGeom>
          <a:solidFill>
            <a:srgbClr val="DAD9FF"/>
          </a:solidFill>
        </p:spPr>
        <p:txBody>
          <a:bodyPr/>
          <a:lstStyle>
            <a:lvl1pPr marL="0" indent="0">
              <a:buNone/>
              <a:defRPr/>
            </a:lvl1pPr>
          </a:lstStyle>
          <a:p>
            <a:pPr lvl="0"/>
            <a:r>
              <a:rPr lang="nb-NO" dirty="0"/>
              <a:t>Sett inn bilde/graf/tabell</a:t>
            </a:r>
          </a:p>
        </p:txBody>
      </p:sp>
      <p:sp>
        <p:nvSpPr>
          <p:cNvPr id="15" name="Text Placeholder 18">
            <a:extLst>
              <a:ext uri="{FF2B5EF4-FFF2-40B4-BE49-F238E27FC236}">
                <a16:creationId xmlns:a16="http://schemas.microsoft.com/office/drawing/2014/main" id="{FC807BDB-8A31-BEFF-BB62-CAF5AFB6FE18}"/>
              </a:ext>
            </a:extLst>
          </p:cNvPr>
          <p:cNvSpPr>
            <a:spLocks noGrp="1"/>
          </p:cNvSpPr>
          <p:nvPr>
            <p:ph type="body" sz="quarter" idx="35" hasCustomPrompt="1"/>
          </p:nvPr>
        </p:nvSpPr>
        <p:spPr>
          <a:xfrm>
            <a:off x="7800379" y="9849076"/>
            <a:ext cx="5915458" cy="1221928"/>
          </a:xfrm>
          <a:prstGeom prst="rect">
            <a:avLst/>
          </a:prstGeom>
          <a:effectLst/>
        </p:spPr>
        <p:txBody>
          <a:bodyPr lIns="0" tIns="0" rIns="0" bIns="0">
            <a:normAutofit/>
          </a:bodyPr>
          <a:lstStyle>
            <a:lvl1pPr marL="0" indent="0">
              <a:lnSpc>
                <a:spcPct val="95000"/>
              </a:lnSpc>
              <a:spcBef>
                <a:spcPts val="0"/>
              </a:spcBef>
              <a:buNone/>
              <a:defRPr sz="3500" b="1">
                <a:latin typeface="Arial" panose="020B0604020202020204" pitchFamily="34" charset="0"/>
                <a:cs typeface="Arial" panose="020B0604020202020204" pitchFamily="34" charset="0"/>
              </a:defRPr>
            </a:lvl1pPr>
          </a:lstStyle>
          <a:p>
            <a:pPr lvl="0"/>
            <a:r>
              <a:rPr lang="nb-NO" dirty="0" err="1"/>
              <a:t>Title</a:t>
            </a:r>
            <a:r>
              <a:rPr lang="nb-NO" dirty="0"/>
              <a:t> 1</a:t>
            </a:r>
          </a:p>
        </p:txBody>
      </p:sp>
      <p:sp>
        <p:nvSpPr>
          <p:cNvPr id="16" name="Text Placeholder 21">
            <a:extLst>
              <a:ext uri="{FF2B5EF4-FFF2-40B4-BE49-F238E27FC236}">
                <a16:creationId xmlns:a16="http://schemas.microsoft.com/office/drawing/2014/main" id="{A923A336-38DA-CD8C-7EC5-0DDD00F410D8}"/>
              </a:ext>
            </a:extLst>
          </p:cNvPr>
          <p:cNvSpPr>
            <a:spLocks noGrp="1"/>
          </p:cNvSpPr>
          <p:nvPr>
            <p:ph type="body" sz="quarter" idx="36" hasCustomPrompt="1"/>
          </p:nvPr>
        </p:nvSpPr>
        <p:spPr>
          <a:xfrm>
            <a:off x="7800379" y="11503545"/>
            <a:ext cx="5915458" cy="2942402"/>
          </a:xfrm>
          <a:prstGeom prst="rect">
            <a:avLst/>
          </a:prstGeom>
        </p:spPr>
        <p:txBody>
          <a:bodyPr lIns="0" tIns="0" rIns="0" bIns="0"/>
          <a:lstStyle>
            <a:lvl1pPr marL="0" indent="0">
              <a:buNone/>
              <a:tabLst/>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Click</a:t>
            </a:r>
            <a:r>
              <a:rPr lang="nb-NO" dirty="0"/>
              <a:t> to </a:t>
            </a:r>
            <a:r>
              <a:rPr lang="nb-NO" dirty="0" err="1"/>
              <a:t>edit</a:t>
            </a:r>
            <a:r>
              <a:rPr lang="nb-NO" dirty="0"/>
              <a:t> Master </a:t>
            </a:r>
            <a:r>
              <a:rPr lang="nb-NO" dirty="0" err="1"/>
              <a:t>text</a:t>
            </a:r>
            <a:r>
              <a:rPr lang="nb-NO" dirty="0"/>
              <a:t> styles </a:t>
            </a:r>
          </a:p>
          <a:p>
            <a:pPr lvl="1"/>
            <a:r>
              <a:rPr lang="nb-NO" dirty="0"/>
              <a:t>Second </a:t>
            </a:r>
            <a:r>
              <a:rPr lang="nb-NO" dirty="0" err="1"/>
              <a:t>level</a:t>
            </a:r>
            <a:endParaRPr lang="nb-NO" dirty="0"/>
          </a:p>
          <a:p>
            <a:pPr lvl="2"/>
            <a:r>
              <a:rPr lang="nb-NO" dirty="0"/>
              <a:t>Third </a:t>
            </a:r>
            <a:r>
              <a:rPr lang="nb-NO" dirty="0" err="1"/>
              <a:t>level</a:t>
            </a:r>
            <a:endParaRPr lang="nb-NO" dirty="0"/>
          </a:p>
          <a:p>
            <a:pPr lvl="3"/>
            <a:r>
              <a:rPr lang="nb-NO" dirty="0" err="1"/>
              <a:t>Fourth</a:t>
            </a:r>
            <a:r>
              <a:rPr lang="nb-NO" dirty="0"/>
              <a:t> </a:t>
            </a:r>
            <a:r>
              <a:rPr lang="nb-NO" dirty="0" err="1"/>
              <a:t>level</a:t>
            </a:r>
            <a:endParaRPr lang="nb-NO" dirty="0"/>
          </a:p>
          <a:p>
            <a:pPr lvl="4"/>
            <a:r>
              <a:rPr lang="nb-NO" dirty="0"/>
              <a:t>Fifth </a:t>
            </a:r>
            <a:r>
              <a:rPr lang="nb-NO" dirty="0" err="1"/>
              <a:t>level</a:t>
            </a:r>
            <a:endParaRPr lang="nb-NO" dirty="0"/>
          </a:p>
        </p:txBody>
      </p:sp>
      <p:sp>
        <p:nvSpPr>
          <p:cNvPr id="17" name="Content Placeholder 31">
            <a:extLst>
              <a:ext uri="{FF2B5EF4-FFF2-40B4-BE49-F238E27FC236}">
                <a16:creationId xmlns:a16="http://schemas.microsoft.com/office/drawing/2014/main" id="{71FB4D7D-93AC-AEB6-9479-A8232C0259F1}"/>
              </a:ext>
            </a:extLst>
          </p:cNvPr>
          <p:cNvSpPr>
            <a:spLocks noGrp="1"/>
          </p:cNvSpPr>
          <p:nvPr>
            <p:ph sz="quarter" idx="37" hasCustomPrompt="1"/>
          </p:nvPr>
        </p:nvSpPr>
        <p:spPr>
          <a:xfrm>
            <a:off x="14429287" y="14878488"/>
            <a:ext cx="5915458" cy="3330775"/>
          </a:xfrm>
          <a:prstGeom prst="rect">
            <a:avLst/>
          </a:prstGeom>
          <a:solidFill>
            <a:srgbClr val="DAD9FF"/>
          </a:solidFill>
        </p:spPr>
        <p:txBody>
          <a:bodyPr/>
          <a:lstStyle>
            <a:lvl1pPr marL="0" indent="0">
              <a:buNone/>
              <a:defRPr/>
            </a:lvl1pPr>
          </a:lstStyle>
          <a:p>
            <a:pPr lvl="0"/>
            <a:r>
              <a:rPr lang="nb-NO" dirty="0"/>
              <a:t>Sett inn bilde/graf/tabell</a:t>
            </a:r>
          </a:p>
        </p:txBody>
      </p:sp>
      <p:sp>
        <p:nvSpPr>
          <p:cNvPr id="18" name="Text Placeholder 18">
            <a:extLst>
              <a:ext uri="{FF2B5EF4-FFF2-40B4-BE49-F238E27FC236}">
                <a16:creationId xmlns:a16="http://schemas.microsoft.com/office/drawing/2014/main" id="{545C212C-7697-BA64-0B7A-EA67432BC52F}"/>
              </a:ext>
            </a:extLst>
          </p:cNvPr>
          <p:cNvSpPr>
            <a:spLocks noGrp="1"/>
          </p:cNvSpPr>
          <p:nvPr>
            <p:ph type="body" sz="quarter" idx="38" hasCustomPrompt="1"/>
          </p:nvPr>
        </p:nvSpPr>
        <p:spPr>
          <a:xfrm>
            <a:off x="14429287" y="9849076"/>
            <a:ext cx="5915458" cy="1221928"/>
          </a:xfrm>
          <a:prstGeom prst="rect">
            <a:avLst/>
          </a:prstGeom>
          <a:effectLst/>
        </p:spPr>
        <p:txBody>
          <a:bodyPr lIns="0" tIns="0" rIns="0" bIns="0">
            <a:normAutofit/>
          </a:bodyPr>
          <a:lstStyle>
            <a:lvl1pPr marL="0" indent="0">
              <a:lnSpc>
                <a:spcPct val="95000"/>
              </a:lnSpc>
              <a:spcBef>
                <a:spcPts val="0"/>
              </a:spcBef>
              <a:buNone/>
              <a:defRPr sz="3500" b="1">
                <a:latin typeface="Arial" panose="020B0604020202020204" pitchFamily="34" charset="0"/>
                <a:cs typeface="Arial" panose="020B0604020202020204" pitchFamily="34" charset="0"/>
              </a:defRPr>
            </a:lvl1pPr>
          </a:lstStyle>
          <a:p>
            <a:pPr lvl="0"/>
            <a:r>
              <a:rPr lang="nb-NO" dirty="0" err="1"/>
              <a:t>Title</a:t>
            </a:r>
            <a:r>
              <a:rPr lang="nb-NO" dirty="0"/>
              <a:t> 1</a:t>
            </a:r>
          </a:p>
        </p:txBody>
      </p:sp>
      <p:sp>
        <p:nvSpPr>
          <p:cNvPr id="19" name="Text Placeholder 21">
            <a:extLst>
              <a:ext uri="{FF2B5EF4-FFF2-40B4-BE49-F238E27FC236}">
                <a16:creationId xmlns:a16="http://schemas.microsoft.com/office/drawing/2014/main" id="{AF6F6525-3BD8-C7F5-1F5F-E6E09B8C2B0A}"/>
              </a:ext>
            </a:extLst>
          </p:cNvPr>
          <p:cNvSpPr>
            <a:spLocks noGrp="1"/>
          </p:cNvSpPr>
          <p:nvPr>
            <p:ph type="body" sz="quarter" idx="39" hasCustomPrompt="1"/>
          </p:nvPr>
        </p:nvSpPr>
        <p:spPr>
          <a:xfrm>
            <a:off x="14429287" y="11503545"/>
            <a:ext cx="5915458" cy="2942402"/>
          </a:xfrm>
          <a:prstGeom prst="rect">
            <a:avLst/>
          </a:prstGeom>
        </p:spPr>
        <p:txBody>
          <a:bodyPr lIns="0" tIns="0" rIns="0" bIns="0"/>
          <a:lstStyle>
            <a:lvl1pPr marL="0" indent="0">
              <a:buNone/>
              <a:tabLst/>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Click</a:t>
            </a:r>
            <a:r>
              <a:rPr lang="nb-NO" dirty="0"/>
              <a:t> to </a:t>
            </a:r>
            <a:r>
              <a:rPr lang="nb-NO" dirty="0" err="1"/>
              <a:t>edit</a:t>
            </a:r>
            <a:r>
              <a:rPr lang="nb-NO" dirty="0"/>
              <a:t> Master </a:t>
            </a:r>
            <a:r>
              <a:rPr lang="nb-NO" dirty="0" err="1"/>
              <a:t>text</a:t>
            </a:r>
            <a:r>
              <a:rPr lang="nb-NO" dirty="0"/>
              <a:t> styles </a:t>
            </a:r>
          </a:p>
          <a:p>
            <a:pPr lvl="1"/>
            <a:r>
              <a:rPr lang="nb-NO" dirty="0"/>
              <a:t>Second </a:t>
            </a:r>
            <a:r>
              <a:rPr lang="nb-NO" dirty="0" err="1"/>
              <a:t>level</a:t>
            </a:r>
            <a:endParaRPr lang="nb-NO" dirty="0"/>
          </a:p>
          <a:p>
            <a:pPr lvl="2"/>
            <a:r>
              <a:rPr lang="nb-NO" dirty="0"/>
              <a:t>Third </a:t>
            </a:r>
            <a:r>
              <a:rPr lang="nb-NO" dirty="0" err="1"/>
              <a:t>level</a:t>
            </a:r>
            <a:endParaRPr lang="nb-NO" dirty="0"/>
          </a:p>
          <a:p>
            <a:pPr lvl="3"/>
            <a:r>
              <a:rPr lang="nb-NO" dirty="0" err="1"/>
              <a:t>Fourth</a:t>
            </a:r>
            <a:r>
              <a:rPr lang="nb-NO" dirty="0"/>
              <a:t> </a:t>
            </a:r>
            <a:r>
              <a:rPr lang="nb-NO" dirty="0" err="1"/>
              <a:t>level</a:t>
            </a:r>
            <a:endParaRPr lang="nb-NO" dirty="0"/>
          </a:p>
          <a:p>
            <a:pPr lvl="4"/>
            <a:r>
              <a:rPr lang="nb-NO" dirty="0"/>
              <a:t>Fifth </a:t>
            </a:r>
            <a:r>
              <a:rPr lang="nb-NO" dirty="0" err="1"/>
              <a:t>level</a:t>
            </a:r>
            <a:endParaRPr lang="nb-NO" dirty="0"/>
          </a:p>
        </p:txBody>
      </p:sp>
      <p:sp>
        <p:nvSpPr>
          <p:cNvPr id="20" name="Content Placeholder 31">
            <a:extLst>
              <a:ext uri="{FF2B5EF4-FFF2-40B4-BE49-F238E27FC236}">
                <a16:creationId xmlns:a16="http://schemas.microsoft.com/office/drawing/2014/main" id="{AA2F10BC-B1F4-ACE8-272E-7C28A9E5ADBA}"/>
              </a:ext>
            </a:extLst>
          </p:cNvPr>
          <p:cNvSpPr>
            <a:spLocks noGrp="1"/>
          </p:cNvSpPr>
          <p:nvPr>
            <p:ph sz="quarter" idx="40" hasCustomPrompt="1"/>
          </p:nvPr>
        </p:nvSpPr>
        <p:spPr>
          <a:xfrm>
            <a:off x="1078824" y="24086168"/>
            <a:ext cx="5915458" cy="3330775"/>
          </a:xfrm>
          <a:prstGeom prst="rect">
            <a:avLst/>
          </a:prstGeom>
          <a:solidFill>
            <a:srgbClr val="DAD9FF"/>
          </a:solidFill>
        </p:spPr>
        <p:txBody>
          <a:bodyPr/>
          <a:lstStyle>
            <a:lvl1pPr marL="0" indent="0">
              <a:buNone/>
              <a:defRPr/>
            </a:lvl1pPr>
          </a:lstStyle>
          <a:p>
            <a:pPr lvl="0"/>
            <a:r>
              <a:rPr lang="nb-NO" dirty="0"/>
              <a:t>Sett inn bilde/graf/tabell</a:t>
            </a:r>
          </a:p>
        </p:txBody>
      </p:sp>
      <p:sp>
        <p:nvSpPr>
          <p:cNvPr id="21" name="Text Placeholder 18">
            <a:extLst>
              <a:ext uri="{FF2B5EF4-FFF2-40B4-BE49-F238E27FC236}">
                <a16:creationId xmlns:a16="http://schemas.microsoft.com/office/drawing/2014/main" id="{67A13E30-1FC5-3810-AC45-0E75AE8D1B32}"/>
              </a:ext>
            </a:extLst>
          </p:cNvPr>
          <p:cNvSpPr>
            <a:spLocks noGrp="1"/>
          </p:cNvSpPr>
          <p:nvPr>
            <p:ph type="body" sz="quarter" idx="41" hasCustomPrompt="1"/>
          </p:nvPr>
        </p:nvSpPr>
        <p:spPr>
          <a:xfrm>
            <a:off x="1078824" y="19056756"/>
            <a:ext cx="5915458" cy="1221928"/>
          </a:xfrm>
          <a:prstGeom prst="rect">
            <a:avLst/>
          </a:prstGeom>
          <a:effectLst/>
        </p:spPr>
        <p:txBody>
          <a:bodyPr lIns="0" tIns="0" rIns="0" bIns="0">
            <a:normAutofit/>
          </a:bodyPr>
          <a:lstStyle>
            <a:lvl1pPr marL="0" indent="0">
              <a:lnSpc>
                <a:spcPct val="95000"/>
              </a:lnSpc>
              <a:spcBef>
                <a:spcPts val="0"/>
              </a:spcBef>
              <a:buNone/>
              <a:defRPr sz="3500" b="1">
                <a:latin typeface="Arial" panose="020B0604020202020204" pitchFamily="34" charset="0"/>
                <a:cs typeface="Arial" panose="020B0604020202020204" pitchFamily="34" charset="0"/>
              </a:defRPr>
            </a:lvl1pPr>
          </a:lstStyle>
          <a:p>
            <a:pPr lvl="0"/>
            <a:r>
              <a:rPr lang="nb-NO" dirty="0" err="1"/>
              <a:t>Title</a:t>
            </a:r>
            <a:r>
              <a:rPr lang="nb-NO" dirty="0"/>
              <a:t> 1</a:t>
            </a:r>
          </a:p>
        </p:txBody>
      </p:sp>
      <p:sp>
        <p:nvSpPr>
          <p:cNvPr id="22" name="Text Placeholder 21">
            <a:extLst>
              <a:ext uri="{FF2B5EF4-FFF2-40B4-BE49-F238E27FC236}">
                <a16:creationId xmlns:a16="http://schemas.microsoft.com/office/drawing/2014/main" id="{904E0DD5-3BC6-6BBA-304E-CA46388E63C2}"/>
              </a:ext>
            </a:extLst>
          </p:cNvPr>
          <p:cNvSpPr>
            <a:spLocks noGrp="1"/>
          </p:cNvSpPr>
          <p:nvPr>
            <p:ph type="body" sz="quarter" idx="42" hasCustomPrompt="1"/>
          </p:nvPr>
        </p:nvSpPr>
        <p:spPr>
          <a:xfrm>
            <a:off x="1078824" y="20711225"/>
            <a:ext cx="5915458" cy="2942402"/>
          </a:xfrm>
          <a:prstGeom prst="rect">
            <a:avLst/>
          </a:prstGeom>
        </p:spPr>
        <p:txBody>
          <a:bodyPr lIns="0" tIns="0" rIns="0" bIns="0"/>
          <a:lstStyle>
            <a:lvl1pPr marL="0" indent="0">
              <a:buNone/>
              <a:tabLst/>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Click</a:t>
            </a:r>
            <a:r>
              <a:rPr lang="nb-NO" dirty="0"/>
              <a:t> to </a:t>
            </a:r>
            <a:r>
              <a:rPr lang="nb-NO" dirty="0" err="1"/>
              <a:t>edit</a:t>
            </a:r>
            <a:r>
              <a:rPr lang="nb-NO" dirty="0"/>
              <a:t> Master </a:t>
            </a:r>
            <a:r>
              <a:rPr lang="nb-NO" dirty="0" err="1"/>
              <a:t>text</a:t>
            </a:r>
            <a:r>
              <a:rPr lang="nb-NO" dirty="0"/>
              <a:t> styles </a:t>
            </a:r>
          </a:p>
          <a:p>
            <a:pPr lvl="1"/>
            <a:r>
              <a:rPr lang="nb-NO" dirty="0"/>
              <a:t>Second </a:t>
            </a:r>
            <a:r>
              <a:rPr lang="nb-NO" dirty="0" err="1"/>
              <a:t>level</a:t>
            </a:r>
            <a:endParaRPr lang="nb-NO" dirty="0"/>
          </a:p>
          <a:p>
            <a:pPr lvl="2"/>
            <a:r>
              <a:rPr lang="nb-NO" dirty="0"/>
              <a:t>Third </a:t>
            </a:r>
            <a:r>
              <a:rPr lang="nb-NO" dirty="0" err="1"/>
              <a:t>level</a:t>
            </a:r>
            <a:endParaRPr lang="nb-NO" dirty="0"/>
          </a:p>
          <a:p>
            <a:pPr lvl="3"/>
            <a:r>
              <a:rPr lang="nb-NO" dirty="0" err="1"/>
              <a:t>Fourth</a:t>
            </a:r>
            <a:r>
              <a:rPr lang="nb-NO" dirty="0"/>
              <a:t> </a:t>
            </a:r>
            <a:r>
              <a:rPr lang="nb-NO" dirty="0" err="1"/>
              <a:t>level</a:t>
            </a:r>
            <a:endParaRPr lang="nb-NO" dirty="0"/>
          </a:p>
          <a:p>
            <a:pPr lvl="4"/>
            <a:r>
              <a:rPr lang="nb-NO" dirty="0"/>
              <a:t>Fifth </a:t>
            </a:r>
            <a:r>
              <a:rPr lang="nb-NO" dirty="0" err="1"/>
              <a:t>level</a:t>
            </a:r>
            <a:endParaRPr lang="nb-NO" dirty="0"/>
          </a:p>
        </p:txBody>
      </p:sp>
      <p:sp>
        <p:nvSpPr>
          <p:cNvPr id="23" name="Content Placeholder 31">
            <a:extLst>
              <a:ext uri="{FF2B5EF4-FFF2-40B4-BE49-F238E27FC236}">
                <a16:creationId xmlns:a16="http://schemas.microsoft.com/office/drawing/2014/main" id="{04832DEA-5782-6D40-BD26-AC34380A413D}"/>
              </a:ext>
            </a:extLst>
          </p:cNvPr>
          <p:cNvSpPr>
            <a:spLocks noGrp="1"/>
          </p:cNvSpPr>
          <p:nvPr>
            <p:ph sz="quarter" idx="43" hasCustomPrompt="1"/>
          </p:nvPr>
        </p:nvSpPr>
        <p:spPr>
          <a:xfrm>
            <a:off x="7800379" y="24086168"/>
            <a:ext cx="5915458" cy="3330775"/>
          </a:xfrm>
          <a:prstGeom prst="rect">
            <a:avLst/>
          </a:prstGeom>
          <a:solidFill>
            <a:srgbClr val="DAD9FF"/>
          </a:solidFill>
        </p:spPr>
        <p:txBody>
          <a:bodyPr/>
          <a:lstStyle>
            <a:lvl1pPr marL="0" indent="0">
              <a:buNone/>
              <a:defRPr/>
            </a:lvl1pPr>
          </a:lstStyle>
          <a:p>
            <a:pPr lvl="0"/>
            <a:r>
              <a:rPr lang="nb-NO" dirty="0"/>
              <a:t>Sett inn bilde/graf/tabell</a:t>
            </a:r>
          </a:p>
        </p:txBody>
      </p:sp>
      <p:sp>
        <p:nvSpPr>
          <p:cNvPr id="24" name="Text Placeholder 18">
            <a:extLst>
              <a:ext uri="{FF2B5EF4-FFF2-40B4-BE49-F238E27FC236}">
                <a16:creationId xmlns:a16="http://schemas.microsoft.com/office/drawing/2014/main" id="{AD17D5BF-2BED-4565-DE8E-FC7A0DEB6EDC}"/>
              </a:ext>
            </a:extLst>
          </p:cNvPr>
          <p:cNvSpPr>
            <a:spLocks noGrp="1"/>
          </p:cNvSpPr>
          <p:nvPr>
            <p:ph type="body" sz="quarter" idx="44" hasCustomPrompt="1"/>
          </p:nvPr>
        </p:nvSpPr>
        <p:spPr>
          <a:xfrm>
            <a:off x="7800379" y="19056756"/>
            <a:ext cx="5915458" cy="1221928"/>
          </a:xfrm>
          <a:prstGeom prst="rect">
            <a:avLst/>
          </a:prstGeom>
          <a:effectLst/>
        </p:spPr>
        <p:txBody>
          <a:bodyPr lIns="0" tIns="0" rIns="0" bIns="0">
            <a:normAutofit/>
          </a:bodyPr>
          <a:lstStyle>
            <a:lvl1pPr marL="0" indent="0">
              <a:lnSpc>
                <a:spcPct val="95000"/>
              </a:lnSpc>
              <a:spcBef>
                <a:spcPts val="0"/>
              </a:spcBef>
              <a:buNone/>
              <a:defRPr sz="3500" b="1">
                <a:latin typeface="Arial" panose="020B0604020202020204" pitchFamily="34" charset="0"/>
                <a:cs typeface="Arial" panose="020B0604020202020204" pitchFamily="34" charset="0"/>
              </a:defRPr>
            </a:lvl1pPr>
          </a:lstStyle>
          <a:p>
            <a:pPr lvl="0"/>
            <a:r>
              <a:rPr lang="nb-NO" dirty="0" err="1"/>
              <a:t>Title</a:t>
            </a:r>
            <a:r>
              <a:rPr lang="nb-NO" dirty="0"/>
              <a:t> 1</a:t>
            </a:r>
          </a:p>
        </p:txBody>
      </p:sp>
      <p:sp>
        <p:nvSpPr>
          <p:cNvPr id="25" name="Text Placeholder 21">
            <a:extLst>
              <a:ext uri="{FF2B5EF4-FFF2-40B4-BE49-F238E27FC236}">
                <a16:creationId xmlns:a16="http://schemas.microsoft.com/office/drawing/2014/main" id="{FE53CCF1-EFDA-2C4B-DA99-04BA8310694B}"/>
              </a:ext>
            </a:extLst>
          </p:cNvPr>
          <p:cNvSpPr>
            <a:spLocks noGrp="1"/>
          </p:cNvSpPr>
          <p:nvPr>
            <p:ph type="body" sz="quarter" idx="45" hasCustomPrompt="1"/>
          </p:nvPr>
        </p:nvSpPr>
        <p:spPr>
          <a:xfrm>
            <a:off x="7800379" y="20711225"/>
            <a:ext cx="5915458" cy="2942402"/>
          </a:xfrm>
          <a:prstGeom prst="rect">
            <a:avLst/>
          </a:prstGeom>
        </p:spPr>
        <p:txBody>
          <a:bodyPr lIns="0" tIns="0" rIns="0" bIns="0"/>
          <a:lstStyle>
            <a:lvl1pPr marL="0" indent="0">
              <a:buNone/>
              <a:tabLst/>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Click</a:t>
            </a:r>
            <a:r>
              <a:rPr lang="nb-NO" dirty="0"/>
              <a:t> to </a:t>
            </a:r>
            <a:r>
              <a:rPr lang="nb-NO" dirty="0" err="1"/>
              <a:t>edit</a:t>
            </a:r>
            <a:r>
              <a:rPr lang="nb-NO" dirty="0"/>
              <a:t> Master </a:t>
            </a:r>
            <a:r>
              <a:rPr lang="nb-NO" dirty="0" err="1"/>
              <a:t>text</a:t>
            </a:r>
            <a:r>
              <a:rPr lang="nb-NO" dirty="0"/>
              <a:t> styles </a:t>
            </a:r>
          </a:p>
          <a:p>
            <a:pPr lvl="1"/>
            <a:r>
              <a:rPr lang="nb-NO" dirty="0"/>
              <a:t>Second </a:t>
            </a:r>
            <a:r>
              <a:rPr lang="nb-NO" dirty="0" err="1"/>
              <a:t>level</a:t>
            </a:r>
            <a:endParaRPr lang="nb-NO" dirty="0"/>
          </a:p>
          <a:p>
            <a:pPr lvl="2"/>
            <a:r>
              <a:rPr lang="nb-NO" dirty="0"/>
              <a:t>Third </a:t>
            </a:r>
            <a:r>
              <a:rPr lang="nb-NO" dirty="0" err="1"/>
              <a:t>level</a:t>
            </a:r>
            <a:endParaRPr lang="nb-NO" dirty="0"/>
          </a:p>
          <a:p>
            <a:pPr lvl="3"/>
            <a:r>
              <a:rPr lang="nb-NO" dirty="0" err="1"/>
              <a:t>Fourth</a:t>
            </a:r>
            <a:r>
              <a:rPr lang="nb-NO" dirty="0"/>
              <a:t> </a:t>
            </a:r>
            <a:r>
              <a:rPr lang="nb-NO" dirty="0" err="1"/>
              <a:t>level</a:t>
            </a:r>
            <a:endParaRPr lang="nb-NO" dirty="0"/>
          </a:p>
          <a:p>
            <a:pPr lvl="4"/>
            <a:r>
              <a:rPr lang="nb-NO" dirty="0"/>
              <a:t>Fifth </a:t>
            </a:r>
            <a:r>
              <a:rPr lang="nb-NO" dirty="0" err="1"/>
              <a:t>level</a:t>
            </a:r>
            <a:endParaRPr lang="nb-NO" dirty="0"/>
          </a:p>
        </p:txBody>
      </p:sp>
      <p:sp>
        <p:nvSpPr>
          <p:cNvPr id="26" name="Content Placeholder 31">
            <a:extLst>
              <a:ext uri="{FF2B5EF4-FFF2-40B4-BE49-F238E27FC236}">
                <a16:creationId xmlns:a16="http://schemas.microsoft.com/office/drawing/2014/main" id="{0A21A74E-818F-3128-81F9-E1584AADB605}"/>
              </a:ext>
            </a:extLst>
          </p:cNvPr>
          <p:cNvSpPr>
            <a:spLocks noGrp="1"/>
          </p:cNvSpPr>
          <p:nvPr>
            <p:ph sz="quarter" idx="46" hasCustomPrompt="1"/>
          </p:nvPr>
        </p:nvSpPr>
        <p:spPr>
          <a:xfrm>
            <a:off x="14429287" y="24086168"/>
            <a:ext cx="5915458" cy="3330775"/>
          </a:xfrm>
          <a:prstGeom prst="rect">
            <a:avLst/>
          </a:prstGeom>
          <a:solidFill>
            <a:srgbClr val="DAD9FF"/>
          </a:solidFill>
        </p:spPr>
        <p:txBody>
          <a:bodyPr/>
          <a:lstStyle>
            <a:lvl1pPr marL="0" indent="0">
              <a:buNone/>
              <a:defRPr/>
            </a:lvl1pPr>
          </a:lstStyle>
          <a:p>
            <a:pPr lvl="0"/>
            <a:r>
              <a:rPr lang="nb-NO" dirty="0"/>
              <a:t>Sett inn bilde/graf/tabell</a:t>
            </a:r>
          </a:p>
        </p:txBody>
      </p:sp>
      <p:sp>
        <p:nvSpPr>
          <p:cNvPr id="27" name="Text Placeholder 18">
            <a:extLst>
              <a:ext uri="{FF2B5EF4-FFF2-40B4-BE49-F238E27FC236}">
                <a16:creationId xmlns:a16="http://schemas.microsoft.com/office/drawing/2014/main" id="{C6511792-9595-ED50-C9D7-BF4B57CD9900}"/>
              </a:ext>
            </a:extLst>
          </p:cNvPr>
          <p:cNvSpPr>
            <a:spLocks noGrp="1"/>
          </p:cNvSpPr>
          <p:nvPr>
            <p:ph type="body" sz="quarter" idx="47" hasCustomPrompt="1"/>
          </p:nvPr>
        </p:nvSpPr>
        <p:spPr>
          <a:xfrm>
            <a:off x="14429287" y="19056756"/>
            <a:ext cx="5915458" cy="1221928"/>
          </a:xfrm>
          <a:prstGeom prst="rect">
            <a:avLst/>
          </a:prstGeom>
          <a:effectLst/>
        </p:spPr>
        <p:txBody>
          <a:bodyPr lIns="0" tIns="0" rIns="0" bIns="0">
            <a:normAutofit/>
          </a:bodyPr>
          <a:lstStyle>
            <a:lvl1pPr marL="0" indent="0">
              <a:lnSpc>
                <a:spcPct val="95000"/>
              </a:lnSpc>
              <a:spcBef>
                <a:spcPts val="0"/>
              </a:spcBef>
              <a:buNone/>
              <a:defRPr sz="3500" b="1">
                <a:latin typeface="Arial" panose="020B0604020202020204" pitchFamily="34" charset="0"/>
                <a:cs typeface="Arial" panose="020B0604020202020204" pitchFamily="34" charset="0"/>
              </a:defRPr>
            </a:lvl1pPr>
          </a:lstStyle>
          <a:p>
            <a:pPr lvl="0"/>
            <a:r>
              <a:rPr lang="nb-NO" dirty="0" err="1"/>
              <a:t>Title</a:t>
            </a:r>
            <a:r>
              <a:rPr lang="nb-NO" dirty="0"/>
              <a:t> 1</a:t>
            </a:r>
          </a:p>
        </p:txBody>
      </p:sp>
      <p:sp>
        <p:nvSpPr>
          <p:cNvPr id="28" name="Text Placeholder 21">
            <a:extLst>
              <a:ext uri="{FF2B5EF4-FFF2-40B4-BE49-F238E27FC236}">
                <a16:creationId xmlns:a16="http://schemas.microsoft.com/office/drawing/2014/main" id="{81CDFCB2-B1A4-F7D9-0AB9-D9BAFECC9075}"/>
              </a:ext>
            </a:extLst>
          </p:cNvPr>
          <p:cNvSpPr>
            <a:spLocks noGrp="1"/>
          </p:cNvSpPr>
          <p:nvPr>
            <p:ph type="body" sz="quarter" idx="48" hasCustomPrompt="1"/>
          </p:nvPr>
        </p:nvSpPr>
        <p:spPr>
          <a:xfrm>
            <a:off x="14429287" y="20711225"/>
            <a:ext cx="5915458" cy="2942402"/>
          </a:xfrm>
          <a:prstGeom prst="rect">
            <a:avLst/>
          </a:prstGeom>
        </p:spPr>
        <p:txBody>
          <a:bodyPr lIns="0" tIns="0" rIns="0" bIns="0"/>
          <a:lstStyle>
            <a:lvl1pPr marL="0" indent="0">
              <a:buNone/>
              <a:tabLst/>
              <a:defRPr/>
            </a:lvl1pPr>
            <a:lvl2pPr marL="292100" indent="-292100">
              <a:buFont typeface="Arial"/>
              <a:buChar char="•"/>
              <a:tabLst/>
              <a:defRPr/>
            </a:lvl2pPr>
            <a:lvl3pPr marL="622300" indent="-292100">
              <a:buFont typeface="Lucida Grande"/>
              <a:buChar char="–"/>
              <a:tabLst/>
              <a:defRPr/>
            </a:lvl3pPr>
            <a:lvl4pPr marL="901700" indent="-292100">
              <a:tabLst/>
              <a:defRPr/>
            </a:lvl4pPr>
            <a:lvl5pPr marL="1257300" indent="-292100">
              <a:tabLst/>
              <a:defRPr/>
            </a:lvl5pPr>
          </a:lstStyle>
          <a:p>
            <a:pPr lvl="0"/>
            <a:r>
              <a:rPr lang="nb-NO" dirty="0" err="1"/>
              <a:t>Click</a:t>
            </a:r>
            <a:r>
              <a:rPr lang="nb-NO" dirty="0"/>
              <a:t> to </a:t>
            </a:r>
            <a:r>
              <a:rPr lang="nb-NO" dirty="0" err="1"/>
              <a:t>edit</a:t>
            </a:r>
            <a:r>
              <a:rPr lang="nb-NO" dirty="0"/>
              <a:t> Master </a:t>
            </a:r>
            <a:r>
              <a:rPr lang="nb-NO" dirty="0" err="1"/>
              <a:t>text</a:t>
            </a:r>
            <a:r>
              <a:rPr lang="nb-NO" dirty="0"/>
              <a:t> styles </a:t>
            </a:r>
          </a:p>
          <a:p>
            <a:pPr lvl="1"/>
            <a:r>
              <a:rPr lang="nb-NO" dirty="0"/>
              <a:t>Second </a:t>
            </a:r>
            <a:r>
              <a:rPr lang="nb-NO" dirty="0" err="1"/>
              <a:t>level</a:t>
            </a:r>
            <a:endParaRPr lang="nb-NO" dirty="0"/>
          </a:p>
          <a:p>
            <a:pPr lvl="2"/>
            <a:r>
              <a:rPr lang="nb-NO" dirty="0"/>
              <a:t>Third </a:t>
            </a:r>
            <a:r>
              <a:rPr lang="nb-NO" dirty="0" err="1"/>
              <a:t>level</a:t>
            </a:r>
            <a:endParaRPr lang="nb-NO" dirty="0"/>
          </a:p>
          <a:p>
            <a:pPr lvl="3"/>
            <a:r>
              <a:rPr lang="nb-NO" dirty="0" err="1"/>
              <a:t>Fourth</a:t>
            </a:r>
            <a:r>
              <a:rPr lang="nb-NO" dirty="0"/>
              <a:t> </a:t>
            </a:r>
            <a:r>
              <a:rPr lang="nb-NO" dirty="0" err="1"/>
              <a:t>level</a:t>
            </a:r>
            <a:endParaRPr lang="nb-NO" dirty="0"/>
          </a:p>
          <a:p>
            <a:pPr lvl="4"/>
            <a:r>
              <a:rPr lang="nb-NO" dirty="0"/>
              <a:t>Fifth </a:t>
            </a:r>
            <a:r>
              <a:rPr lang="nb-NO" dirty="0" err="1"/>
              <a:t>level</a:t>
            </a:r>
            <a:endParaRPr lang="nb-NO" dirty="0"/>
          </a:p>
        </p:txBody>
      </p:sp>
    </p:spTree>
    <p:extLst>
      <p:ext uri="{BB962C8B-B14F-4D97-AF65-F5344CB8AC3E}">
        <p14:creationId xmlns:p14="http://schemas.microsoft.com/office/powerpoint/2010/main" val="20786822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DAD9FF"/>
        </a:solidFill>
        <a:effectLst/>
      </p:bgPr>
    </p:bg>
    <p:spTree>
      <p:nvGrpSpPr>
        <p:cNvPr id="1" name=""/>
        <p:cNvGrpSpPr/>
        <p:nvPr/>
      </p:nvGrpSpPr>
      <p:grpSpPr>
        <a:xfrm>
          <a:off x="0" y="0"/>
          <a:ext cx="0" cy="0"/>
          <a:chOff x="0" y="0"/>
          <a:chExt cx="0" cy="0"/>
        </a:xfrm>
      </p:grpSpPr>
      <p:pic>
        <p:nvPicPr>
          <p:cNvPr id="4" name="Bilde 3"/>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48586" y="706543"/>
            <a:ext cx="3793006" cy="829357"/>
          </a:xfrm>
          <a:prstGeom prst="rect">
            <a:avLst/>
          </a:prstGeom>
        </p:spPr>
      </p:pic>
      <p:sp>
        <p:nvSpPr>
          <p:cNvPr id="5" name="Rectangle 17">
            <a:extLst>
              <a:ext uri="{FF2B5EF4-FFF2-40B4-BE49-F238E27FC236}">
                <a16:creationId xmlns:a16="http://schemas.microsoft.com/office/drawing/2014/main" id="{E6CCFEF0-8AD3-A469-81BF-D57031B30455}"/>
              </a:ext>
            </a:extLst>
          </p:cNvPr>
          <p:cNvSpPr/>
          <p:nvPr userDrawn="1"/>
        </p:nvSpPr>
        <p:spPr>
          <a:xfrm>
            <a:off x="-326571" y="8523513"/>
            <a:ext cx="22141542" cy="2201091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sp>
        <p:nvSpPr>
          <p:cNvPr id="6" name="Title Placeholder 1">
            <a:extLst>
              <a:ext uri="{FF2B5EF4-FFF2-40B4-BE49-F238E27FC236}">
                <a16:creationId xmlns:a16="http://schemas.microsoft.com/office/drawing/2014/main" id="{EEF3FF95-2D33-2625-8727-20EA72F83489}"/>
              </a:ext>
            </a:extLst>
          </p:cNvPr>
          <p:cNvSpPr>
            <a:spLocks noGrp="1"/>
          </p:cNvSpPr>
          <p:nvPr>
            <p:ph type="title"/>
          </p:nvPr>
        </p:nvSpPr>
        <p:spPr>
          <a:xfrm>
            <a:off x="1069420" y="1212413"/>
            <a:ext cx="19249549" cy="5045868"/>
          </a:xfrm>
          <a:prstGeom prst="rect">
            <a:avLst/>
          </a:prstGeom>
        </p:spPr>
        <p:txBody>
          <a:bodyPr vert="horz" lIns="295214" tIns="147607" rIns="295214" bIns="147607" rtlCol="0" anchor="ctr">
            <a:normAutofit/>
          </a:bodyPr>
          <a:lstStyle/>
          <a:p>
            <a:r>
              <a:rPr lang="nb-NO" dirty="0"/>
              <a:t>Klikk for å redigere tittelstil</a:t>
            </a:r>
          </a:p>
        </p:txBody>
      </p:sp>
      <p:sp>
        <p:nvSpPr>
          <p:cNvPr id="7" name="Text Placeholder 2">
            <a:extLst>
              <a:ext uri="{FF2B5EF4-FFF2-40B4-BE49-F238E27FC236}">
                <a16:creationId xmlns:a16="http://schemas.microsoft.com/office/drawing/2014/main" id="{F4E3B0A9-1481-15DD-4C92-952456F35083}"/>
              </a:ext>
            </a:extLst>
          </p:cNvPr>
          <p:cNvSpPr>
            <a:spLocks noGrp="1"/>
          </p:cNvSpPr>
          <p:nvPr>
            <p:ph type="body" idx="1"/>
          </p:nvPr>
        </p:nvSpPr>
        <p:spPr>
          <a:xfrm>
            <a:off x="1069420" y="7064220"/>
            <a:ext cx="19249549" cy="19980241"/>
          </a:xfrm>
          <a:prstGeom prst="rect">
            <a:avLst/>
          </a:prstGeom>
        </p:spPr>
        <p:txBody>
          <a:bodyPr vert="horz" lIns="295214" tIns="147607" rIns="295214" bIns="147607" rtlCol="0">
            <a:normAutofit/>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3772918774"/>
      </p:ext>
    </p:extLst>
  </p:cSld>
  <p:clrMap bg1="lt1" tx1="dk1" bg2="lt2" tx2="dk2" accent1="accent1" accent2="accent2" accent3="accent3" accent4="accent4" accent5="accent5" accent6="accent6" hlink="hlink" folHlink="folHlink"/>
  <p:sldLayoutIdLst>
    <p:sldLayoutId id="2147483651" r:id="rId1"/>
  </p:sldLayoutIdLst>
  <p:txStyles>
    <p:titleStyle>
      <a:lvl1pPr algn="l" defTabSz="1476070" rtl="0" eaLnBrk="1" latinLnBrk="0" hangingPunct="1">
        <a:lnSpc>
          <a:spcPct val="95000"/>
        </a:lnSpc>
        <a:spcBef>
          <a:spcPct val="0"/>
        </a:spcBef>
        <a:buNone/>
        <a:defRPr sz="5000" b="0" kern="1200">
          <a:solidFill>
            <a:schemeClr val="accent1"/>
          </a:solidFill>
          <a:latin typeface="Times New Roman"/>
          <a:ea typeface="+mj-ea"/>
          <a:cs typeface="Times New Roman"/>
        </a:defRPr>
      </a:lvl1pPr>
    </p:titleStyle>
    <p:bodyStyle>
      <a:lvl1pPr marL="1107053" indent="-1107053" algn="l" defTabSz="1476070" rtl="0" eaLnBrk="1" latinLnBrk="0" hangingPunct="1">
        <a:spcBef>
          <a:spcPct val="20000"/>
        </a:spcBef>
        <a:buFont typeface="Arial"/>
        <a:buChar char="•"/>
        <a:defRPr sz="2000" kern="1200">
          <a:solidFill>
            <a:schemeClr val="tx1"/>
          </a:solidFill>
          <a:latin typeface="Calibri Light"/>
          <a:ea typeface="+mn-ea"/>
          <a:cs typeface="Calibri Light"/>
        </a:defRPr>
      </a:lvl1pPr>
      <a:lvl2pPr marL="2398614" indent="-922544" algn="l" defTabSz="1476070" rtl="0" eaLnBrk="1" latinLnBrk="0" hangingPunct="1">
        <a:spcBef>
          <a:spcPct val="20000"/>
        </a:spcBef>
        <a:buFont typeface="Arial"/>
        <a:buChar char="–"/>
        <a:defRPr sz="2000" kern="1200">
          <a:solidFill>
            <a:schemeClr val="tx1"/>
          </a:solidFill>
          <a:latin typeface="Calibri Light"/>
          <a:ea typeface="+mn-ea"/>
          <a:cs typeface="Calibri Light"/>
        </a:defRPr>
      </a:lvl2pPr>
      <a:lvl3pPr marL="3690176" indent="-738035" algn="l" defTabSz="1476070" rtl="0" eaLnBrk="1" latinLnBrk="0" hangingPunct="1">
        <a:spcBef>
          <a:spcPct val="20000"/>
        </a:spcBef>
        <a:buFont typeface="Arial"/>
        <a:buChar char="•"/>
        <a:defRPr sz="2000" kern="1200">
          <a:solidFill>
            <a:schemeClr val="tx1"/>
          </a:solidFill>
          <a:latin typeface="Calibri Light"/>
          <a:ea typeface="+mn-ea"/>
          <a:cs typeface="Calibri Light"/>
        </a:defRPr>
      </a:lvl3pPr>
      <a:lvl4pPr marL="5166246" indent="-738035" algn="l" defTabSz="1476070" rtl="0" eaLnBrk="1" latinLnBrk="0" hangingPunct="1">
        <a:spcBef>
          <a:spcPct val="20000"/>
        </a:spcBef>
        <a:buFont typeface="Arial"/>
        <a:buChar char="–"/>
        <a:defRPr sz="2000" kern="1200">
          <a:solidFill>
            <a:schemeClr val="tx1"/>
          </a:solidFill>
          <a:latin typeface="Calibri Light"/>
          <a:ea typeface="+mn-ea"/>
          <a:cs typeface="Calibri Light"/>
        </a:defRPr>
      </a:lvl4pPr>
      <a:lvl5pPr marL="6642316" indent="-738035" algn="l" defTabSz="1476070" rtl="0" eaLnBrk="1" latinLnBrk="0" hangingPunct="1">
        <a:spcBef>
          <a:spcPct val="20000"/>
        </a:spcBef>
        <a:buFont typeface="Arial"/>
        <a:buChar char="»"/>
        <a:defRPr sz="2000" kern="1200">
          <a:solidFill>
            <a:schemeClr val="tx1"/>
          </a:solidFill>
          <a:latin typeface="Calibri Light"/>
          <a:ea typeface="+mn-ea"/>
          <a:cs typeface="Calibri Light"/>
        </a:defRPr>
      </a:lvl5pPr>
      <a:lvl6pPr marL="8118386" indent="-738035" algn="l" defTabSz="1476070" rtl="0" eaLnBrk="1" latinLnBrk="0" hangingPunct="1">
        <a:spcBef>
          <a:spcPct val="20000"/>
        </a:spcBef>
        <a:buFont typeface="Arial"/>
        <a:buChar char="•"/>
        <a:defRPr sz="6500" kern="1200">
          <a:solidFill>
            <a:schemeClr val="tx1"/>
          </a:solidFill>
          <a:latin typeface="+mn-lt"/>
          <a:ea typeface="+mn-ea"/>
          <a:cs typeface="+mn-cs"/>
        </a:defRPr>
      </a:lvl6pPr>
      <a:lvl7pPr marL="9594456" indent="-738035" algn="l" defTabSz="1476070" rtl="0" eaLnBrk="1" latinLnBrk="0" hangingPunct="1">
        <a:spcBef>
          <a:spcPct val="20000"/>
        </a:spcBef>
        <a:buFont typeface="Arial"/>
        <a:buChar char="•"/>
        <a:defRPr sz="6500" kern="1200">
          <a:solidFill>
            <a:schemeClr val="tx1"/>
          </a:solidFill>
          <a:latin typeface="+mn-lt"/>
          <a:ea typeface="+mn-ea"/>
          <a:cs typeface="+mn-cs"/>
        </a:defRPr>
      </a:lvl7pPr>
      <a:lvl8pPr marL="11070527" indent="-738035" algn="l" defTabSz="1476070" rtl="0" eaLnBrk="1" latinLnBrk="0" hangingPunct="1">
        <a:spcBef>
          <a:spcPct val="20000"/>
        </a:spcBef>
        <a:buFont typeface="Arial"/>
        <a:buChar char="•"/>
        <a:defRPr sz="6500" kern="1200">
          <a:solidFill>
            <a:schemeClr val="tx1"/>
          </a:solidFill>
          <a:latin typeface="+mn-lt"/>
          <a:ea typeface="+mn-ea"/>
          <a:cs typeface="+mn-cs"/>
        </a:defRPr>
      </a:lvl8pPr>
      <a:lvl9pPr marL="12546597" indent="-738035" algn="l" defTabSz="1476070" rtl="0" eaLnBrk="1" latinLnBrk="0" hangingPunct="1">
        <a:spcBef>
          <a:spcPct val="20000"/>
        </a:spcBef>
        <a:buFont typeface="Arial"/>
        <a:buChar char="•"/>
        <a:defRPr sz="6500" kern="1200">
          <a:solidFill>
            <a:schemeClr val="tx1"/>
          </a:solidFill>
          <a:latin typeface="+mn-lt"/>
          <a:ea typeface="+mn-ea"/>
          <a:cs typeface="+mn-cs"/>
        </a:defRPr>
      </a:lvl9pPr>
    </p:bodyStyle>
    <p:otherStyle>
      <a:defPPr>
        <a:defRPr lang="en-US"/>
      </a:defPPr>
      <a:lvl1pPr marL="0" algn="l" defTabSz="1476070" rtl="0" eaLnBrk="1" latinLnBrk="0" hangingPunct="1">
        <a:defRPr sz="5800" kern="1200">
          <a:solidFill>
            <a:schemeClr val="tx1"/>
          </a:solidFill>
          <a:latin typeface="+mn-lt"/>
          <a:ea typeface="+mn-ea"/>
          <a:cs typeface="+mn-cs"/>
        </a:defRPr>
      </a:lvl1pPr>
      <a:lvl2pPr marL="1476070" algn="l" defTabSz="1476070" rtl="0" eaLnBrk="1" latinLnBrk="0" hangingPunct="1">
        <a:defRPr sz="5800" kern="1200">
          <a:solidFill>
            <a:schemeClr val="tx1"/>
          </a:solidFill>
          <a:latin typeface="+mn-lt"/>
          <a:ea typeface="+mn-ea"/>
          <a:cs typeface="+mn-cs"/>
        </a:defRPr>
      </a:lvl2pPr>
      <a:lvl3pPr marL="2952140" algn="l" defTabSz="1476070" rtl="0" eaLnBrk="1" latinLnBrk="0" hangingPunct="1">
        <a:defRPr sz="5800" kern="1200">
          <a:solidFill>
            <a:schemeClr val="tx1"/>
          </a:solidFill>
          <a:latin typeface="+mn-lt"/>
          <a:ea typeface="+mn-ea"/>
          <a:cs typeface="+mn-cs"/>
        </a:defRPr>
      </a:lvl3pPr>
      <a:lvl4pPr marL="4428211" algn="l" defTabSz="1476070" rtl="0" eaLnBrk="1" latinLnBrk="0" hangingPunct="1">
        <a:defRPr sz="5800" kern="1200">
          <a:solidFill>
            <a:schemeClr val="tx1"/>
          </a:solidFill>
          <a:latin typeface="+mn-lt"/>
          <a:ea typeface="+mn-ea"/>
          <a:cs typeface="+mn-cs"/>
        </a:defRPr>
      </a:lvl4pPr>
      <a:lvl5pPr marL="5904281" algn="l" defTabSz="1476070" rtl="0" eaLnBrk="1" latinLnBrk="0" hangingPunct="1">
        <a:defRPr sz="5800" kern="1200">
          <a:solidFill>
            <a:schemeClr val="tx1"/>
          </a:solidFill>
          <a:latin typeface="+mn-lt"/>
          <a:ea typeface="+mn-ea"/>
          <a:cs typeface="+mn-cs"/>
        </a:defRPr>
      </a:lvl5pPr>
      <a:lvl6pPr marL="7380351" algn="l" defTabSz="1476070" rtl="0" eaLnBrk="1" latinLnBrk="0" hangingPunct="1">
        <a:defRPr sz="5800" kern="1200">
          <a:solidFill>
            <a:schemeClr val="tx1"/>
          </a:solidFill>
          <a:latin typeface="+mn-lt"/>
          <a:ea typeface="+mn-ea"/>
          <a:cs typeface="+mn-cs"/>
        </a:defRPr>
      </a:lvl6pPr>
      <a:lvl7pPr marL="8856421" algn="l" defTabSz="1476070" rtl="0" eaLnBrk="1" latinLnBrk="0" hangingPunct="1">
        <a:defRPr sz="5800" kern="1200">
          <a:solidFill>
            <a:schemeClr val="tx1"/>
          </a:solidFill>
          <a:latin typeface="+mn-lt"/>
          <a:ea typeface="+mn-ea"/>
          <a:cs typeface="+mn-cs"/>
        </a:defRPr>
      </a:lvl7pPr>
      <a:lvl8pPr marL="10332491" algn="l" defTabSz="1476070" rtl="0" eaLnBrk="1" latinLnBrk="0" hangingPunct="1">
        <a:defRPr sz="5800" kern="1200">
          <a:solidFill>
            <a:schemeClr val="tx1"/>
          </a:solidFill>
          <a:latin typeface="+mn-lt"/>
          <a:ea typeface="+mn-ea"/>
          <a:cs typeface="+mn-cs"/>
        </a:defRPr>
      </a:lvl8pPr>
      <a:lvl9pPr marL="11808562" algn="l" defTabSz="1476070" rtl="0" eaLnBrk="1" latinLnBrk="0" hangingPunct="1">
        <a:defRPr sz="5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DAD9FF"/>
        </a:solidFill>
        <a:effectLst/>
      </p:bgPr>
    </p:bg>
    <p:spTree>
      <p:nvGrpSpPr>
        <p:cNvPr id="1" name=""/>
        <p:cNvGrpSpPr/>
        <p:nvPr/>
      </p:nvGrpSpPr>
      <p:grpSpPr>
        <a:xfrm>
          <a:off x="0" y="0"/>
          <a:ext cx="0" cy="0"/>
          <a:chOff x="0" y="0"/>
          <a:chExt cx="0" cy="0"/>
        </a:xfrm>
      </p:grpSpPr>
      <p:pic>
        <p:nvPicPr>
          <p:cNvPr id="5" name="Bilde 3">
            <a:extLst>
              <a:ext uri="{FF2B5EF4-FFF2-40B4-BE49-F238E27FC236}">
                <a16:creationId xmlns:a16="http://schemas.microsoft.com/office/drawing/2014/main" id="{F4AFBC43-5B7D-3DC8-896D-AFC2B498B69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48586" y="790490"/>
            <a:ext cx="4620694" cy="805804"/>
          </a:xfrm>
          <a:prstGeom prst="rect">
            <a:avLst/>
          </a:prstGeom>
        </p:spPr>
      </p:pic>
      <p:sp>
        <p:nvSpPr>
          <p:cNvPr id="6" name="Rectangle 17">
            <a:extLst>
              <a:ext uri="{FF2B5EF4-FFF2-40B4-BE49-F238E27FC236}">
                <a16:creationId xmlns:a16="http://schemas.microsoft.com/office/drawing/2014/main" id="{F3DF6168-0F03-B5E1-01ED-54BF4B653F7F}"/>
              </a:ext>
            </a:extLst>
          </p:cNvPr>
          <p:cNvSpPr/>
          <p:nvPr userDrawn="1"/>
        </p:nvSpPr>
        <p:spPr>
          <a:xfrm>
            <a:off x="-326571" y="8523513"/>
            <a:ext cx="22141542" cy="2201091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sp>
        <p:nvSpPr>
          <p:cNvPr id="7" name="Title Placeholder 1">
            <a:extLst>
              <a:ext uri="{FF2B5EF4-FFF2-40B4-BE49-F238E27FC236}">
                <a16:creationId xmlns:a16="http://schemas.microsoft.com/office/drawing/2014/main" id="{AD6F6B6A-4BD2-D5A4-F38F-EB6BEDF98F0E}"/>
              </a:ext>
            </a:extLst>
          </p:cNvPr>
          <p:cNvSpPr>
            <a:spLocks noGrp="1"/>
          </p:cNvSpPr>
          <p:nvPr>
            <p:ph type="title"/>
          </p:nvPr>
        </p:nvSpPr>
        <p:spPr>
          <a:xfrm>
            <a:off x="1069420" y="1212413"/>
            <a:ext cx="19249549" cy="5045868"/>
          </a:xfrm>
          <a:prstGeom prst="rect">
            <a:avLst/>
          </a:prstGeom>
        </p:spPr>
        <p:txBody>
          <a:bodyPr vert="horz" lIns="295214" tIns="147607" rIns="295214" bIns="147607" rtlCol="0" anchor="ctr">
            <a:normAutofit/>
          </a:bodyPr>
          <a:lstStyle/>
          <a:p>
            <a:r>
              <a:rPr lang="nb-NO" dirty="0"/>
              <a:t>Klikk for å redigere tittelstil</a:t>
            </a:r>
          </a:p>
        </p:txBody>
      </p:sp>
      <p:sp>
        <p:nvSpPr>
          <p:cNvPr id="8" name="Text Placeholder 2">
            <a:extLst>
              <a:ext uri="{FF2B5EF4-FFF2-40B4-BE49-F238E27FC236}">
                <a16:creationId xmlns:a16="http://schemas.microsoft.com/office/drawing/2014/main" id="{08157CC4-182F-1A90-3BFD-37EFBE541A9E}"/>
              </a:ext>
            </a:extLst>
          </p:cNvPr>
          <p:cNvSpPr>
            <a:spLocks noGrp="1"/>
          </p:cNvSpPr>
          <p:nvPr>
            <p:ph type="body" idx="1"/>
          </p:nvPr>
        </p:nvSpPr>
        <p:spPr>
          <a:xfrm>
            <a:off x="1069420" y="7064220"/>
            <a:ext cx="19249549" cy="19980241"/>
          </a:xfrm>
          <a:prstGeom prst="rect">
            <a:avLst/>
          </a:prstGeom>
        </p:spPr>
        <p:txBody>
          <a:bodyPr vert="horz" lIns="295214" tIns="147607" rIns="295214" bIns="147607" rtlCol="0">
            <a:normAutofit/>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3772918774"/>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1476070" rtl="0" eaLnBrk="1" latinLnBrk="0" hangingPunct="1">
        <a:lnSpc>
          <a:spcPct val="95000"/>
        </a:lnSpc>
        <a:spcBef>
          <a:spcPct val="0"/>
        </a:spcBef>
        <a:buNone/>
        <a:defRPr sz="5000" b="0" kern="1200">
          <a:solidFill>
            <a:schemeClr val="accent1"/>
          </a:solidFill>
          <a:latin typeface="Times New Roman"/>
          <a:ea typeface="+mj-ea"/>
          <a:cs typeface="Times New Roman"/>
        </a:defRPr>
      </a:lvl1pPr>
    </p:titleStyle>
    <p:bodyStyle>
      <a:lvl1pPr marL="1107053" indent="-1107053" algn="l" defTabSz="1476070" rtl="0" eaLnBrk="1" latinLnBrk="0" hangingPunct="1">
        <a:spcBef>
          <a:spcPct val="20000"/>
        </a:spcBef>
        <a:buFont typeface="Arial"/>
        <a:buChar char="•"/>
        <a:defRPr sz="2000" kern="1200">
          <a:solidFill>
            <a:schemeClr val="tx1"/>
          </a:solidFill>
          <a:latin typeface="Calibri Light"/>
          <a:ea typeface="+mn-ea"/>
          <a:cs typeface="Calibri Light"/>
        </a:defRPr>
      </a:lvl1pPr>
      <a:lvl2pPr marL="2398614" indent="-922544" algn="l" defTabSz="1476070" rtl="0" eaLnBrk="1" latinLnBrk="0" hangingPunct="1">
        <a:spcBef>
          <a:spcPct val="20000"/>
        </a:spcBef>
        <a:buFont typeface="Arial"/>
        <a:buChar char="–"/>
        <a:defRPr sz="2000" kern="1200">
          <a:solidFill>
            <a:schemeClr val="tx1"/>
          </a:solidFill>
          <a:latin typeface="Calibri Light"/>
          <a:ea typeface="+mn-ea"/>
          <a:cs typeface="Calibri Light"/>
        </a:defRPr>
      </a:lvl2pPr>
      <a:lvl3pPr marL="3690176" indent="-738035" algn="l" defTabSz="1476070" rtl="0" eaLnBrk="1" latinLnBrk="0" hangingPunct="1">
        <a:spcBef>
          <a:spcPct val="20000"/>
        </a:spcBef>
        <a:buFont typeface="Arial"/>
        <a:buChar char="•"/>
        <a:defRPr sz="2000" kern="1200">
          <a:solidFill>
            <a:schemeClr val="tx1"/>
          </a:solidFill>
          <a:latin typeface="Calibri Light"/>
          <a:ea typeface="+mn-ea"/>
          <a:cs typeface="Calibri Light"/>
        </a:defRPr>
      </a:lvl3pPr>
      <a:lvl4pPr marL="5166246" indent="-738035" algn="l" defTabSz="1476070" rtl="0" eaLnBrk="1" latinLnBrk="0" hangingPunct="1">
        <a:spcBef>
          <a:spcPct val="20000"/>
        </a:spcBef>
        <a:buFont typeface="Arial"/>
        <a:buChar char="–"/>
        <a:defRPr sz="2000" kern="1200">
          <a:solidFill>
            <a:schemeClr val="tx1"/>
          </a:solidFill>
          <a:latin typeface="Calibri Light"/>
          <a:ea typeface="+mn-ea"/>
          <a:cs typeface="Calibri Light"/>
        </a:defRPr>
      </a:lvl4pPr>
      <a:lvl5pPr marL="6642316" indent="-738035" algn="l" defTabSz="1476070" rtl="0" eaLnBrk="1" latinLnBrk="0" hangingPunct="1">
        <a:spcBef>
          <a:spcPct val="20000"/>
        </a:spcBef>
        <a:buFont typeface="Arial"/>
        <a:buChar char="»"/>
        <a:defRPr sz="2000" kern="1200">
          <a:solidFill>
            <a:schemeClr val="tx1"/>
          </a:solidFill>
          <a:latin typeface="Calibri Light"/>
          <a:ea typeface="+mn-ea"/>
          <a:cs typeface="Calibri Light"/>
        </a:defRPr>
      </a:lvl5pPr>
      <a:lvl6pPr marL="8118386" indent="-738035" algn="l" defTabSz="1476070" rtl="0" eaLnBrk="1" latinLnBrk="0" hangingPunct="1">
        <a:spcBef>
          <a:spcPct val="20000"/>
        </a:spcBef>
        <a:buFont typeface="Arial"/>
        <a:buChar char="•"/>
        <a:defRPr sz="6500" kern="1200">
          <a:solidFill>
            <a:schemeClr val="tx1"/>
          </a:solidFill>
          <a:latin typeface="+mn-lt"/>
          <a:ea typeface="+mn-ea"/>
          <a:cs typeface="+mn-cs"/>
        </a:defRPr>
      </a:lvl6pPr>
      <a:lvl7pPr marL="9594456" indent="-738035" algn="l" defTabSz="1476070" rtl="0" eaLnBrk="1" latinLnBrk="0" hangingPunct="1">
        <a:spcBef>
          <a:spcPct val="20000"/>
        </a:spcBef>
        <a:buFont typeface="Arial"/>
        <a:buChar char="•"/>
        <a:defRPr sz="6500" kern="1200">
          <a:solidFill>
            <a:schemeClr val="tx1"/>
          </a:solidFill>
          <a:latin typeface="+mn-lt"/>
          <a:ea typeface="+mn-ea"/>
          <a:cs typeface="+mn-cs"/>
        </a:defRPr>
      </a:lvl7pPr>
      <a:lvl8pPr marL="11070527" indent="-738035" algn="l" defTabSz="1476070" rtl="0" eaLnBrk="1" latinLnBrk="0" hangingPunct="1">
        <a:spcBef>
          <a:spcPct val="20000"/>
        </a:spcBef>
        <a:buFont typeface="Arial"/>
        <a:buChar char="•"/>
        <a:defRPr sz="6500" kern="1200">
          <a:solidFill>
            <a:schemeClr val="tx1"/>
          </a:solidFill>
          <a:latin typeface="+mn-lt"/>
          <a:ea typeface="+mn-ea"/>
          <a:cs typeface="+mn-cs"/>
        </a:defRPr>
      </a:lvl8pPr>
      <a:lvl9pPr marL="12546597" indent="-738035" algn="l" defTabSz="1476070" rtl="0" eaLnBrk="1" latinLnBrk="0" hangingPunct="1">
        <a:spcBef>
          <a:spcPct val="20000"/>
        </a:spcBef>
        <a:buFont typeface="Arial"/>
        <a:buChar char="•"/>
        <a:defRPr sz="6500" kern="1200">
          <a:solidFill>
            <a:schemeClr val="tx1"/>
          </a:solidFill>
          <a:latin typeface="+mn-lt"/>
          <a:ea typeface="+mn-ea"/>
          <a:cs typeface="+mn-cs"/>
        </a:defRPr>
      </a:lvl9pPr>
    </p:bodyStyle>
    <p:otherStyle>
      <a:defPPr>
        <a:defRPr lang="en-US"/>
      </a:defPPr>
      <a:lvl1pPr marL="0" algn="l" defTabSz="1476070" rtl="0" eaLnBrk="1" latinLnBrk="0" hangingPunct="1">
        <a:defRPr sz="5800" kern="1200">
          <a:solidFill>
            <a:schemeClr val="tx1"/>
          </a:solidFill>
          <a:latin typeface="+mn-lt"/>
          <a:ea typeface="+mn-ea"/>
          <a:cs typeface="+mn-cs"/>
        </a:defRPr>
      </a:lvl1pPr>
      <a:lvl2pPr marL="1476070" algn="l" defTabSz="1476070" rtl="0" eaLnBrk="1" latinLnBrk="0" hangingPunct="1">
        <a:defRPr sz="5800" kern="1200">
          <a:solidFill>
            <a:schemeClr val="tx1"/>
          </a:solidFill>
          <a:latin typeface="+mn-lt"/>
          <a:ea typeface="+mn-ea"/>
          <a:cs typeface="+mn-cs"/>
        </a:defRPr>
      </a:lvl2pPr>
      <a:lvl3pPr marL="2952140" algn="l" defTabSz="1476070" rtl="0" eaLnBrk="1" latinLnBrk="0" hangingPunct="1">
        <a:defRPr sz="5800" kern="1200">
          <a:solidFill>
            <a:schemeClr val="tx1"/>
          </a:solidFill>
          <a:latin typeface="+mn-lt"/>
          <a:ea typeface="+mn-ea"/>
          <a:cs typeface="+mn-cs"/>
        </a:defRPr>
      </a:lvl3pPr>
      <a:lvl4pPr marL="4428211" algn="l" defTabSz="1476070" rtl="0" eaLnBrk="1" latinLnBrk="0" hangingPunct="1">
        <a:defRPr sz="5800" kern="1200">
          <a:solidFill>
            <a:schemeClr val="tx1"/>
          </a:solidFill>
          <a:latin typeface="+mn-lt"/>
          <a:ea typeface="+mn-ea"/>
          <a:cs typeface="+mn-cs"/>
        </a:defRPr>
      </a:lvl4pPr>
      <a:lvl5pPr marL="5904281" algn="l" defTabSz="1476070" rtl="0" eaLnBrk="1" latinLnBrk="0" hangingPunct="1">
        <a:defRPr sz="5800" kern="1200">
          <a:solidFill>
            <a:schemeClr val="tx1"/>
          </a:solidFill>
          <a:latin typeface="+mn-lt"/>
          <a:ea typeface="+mn-ea"/>
          <a:cs typeface="+mn-cs"/>
        </a:defRPr>
      </a:lvl5pPr>
      <a:lvl6pPr marL="7380351" algn="l" defTabSz="1476070" rtl="0" eaLnBrk="1" latinLnBrk="0" hangingPunct="1">
        <a:defRPr sz="5800" kern="1200">
          <a:solidFill>
            <a:schemeClr val="tx1"/>
          </a:solidFill>
          <a:latin typeface="+mn-lt"/>
          <a:ea typeface="+mn-ea"/>
          <a:cs typeface="+mn-cs"/>
        </a:defRPr>
      </a:lvl6pPr>
      <a:lvl7pPr marL="8856421" algn="l" defTabSz="1476070" rtl="0" eaLnBrk="1" latinLnBrk="0" hangingPunct="1">
        <a:defRPr sz="5800" kern="1200">
          <a:solidFill>
            <a:schemeClr val="tx1"/>
          </a:solidFill>
          <a:latin typeface="+mn-lt"/>
          <a:ea typeface="+mn-ea"/>
          <a:cs typeface="+mn-cs"/>
        </a:defRPr>
      </a:lvl7pPr>
      <a:lvl8pPr marL="10332491" algn="l" defTabSz="1476070" rtl="0" eaLnBrk="1" latinLnBrk="0" hangingPunct="1">
        <a:defRPr sz="5800" kern="1200">
          <a:solidFill>
            <a:schemeClr val="tx1"/>
          </a:solidFill>
          <a:latin typeface="+mn-lt"/>
          <a:ea typeface="+mn-ea"/>
          <a:cs typeface="+mn-cs"/>
        </a:defRPr>
      </a:lvl8pPr>
      <a:lvl9pPr marL="11808562" algn="l" defTabSz="1476070" rtl="0" eaLnBrk="1" latinLnBrk="0" hangingPunct="1">
        <a:defRPr sz="5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nhprn.com/" TargetMode="External"/><Relationship Id="rId7" Type="http://schemas.openxmlformats.org/officeDocument/2006/relationships/image" Target="../media/image6.png"/><Relationship Id="rId2" Type="http://schemas.openxmlformats.org/officeDocument/2006/relationships/hyperlink" Target="https://nhprn.com/settings/"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B888FE57-56DE-3B91-5FFE-8055B3059BA2}"/>
              </a:ext>
            </a:extLst>
          </p:cNvPr>
          <p:cNvSpPr>
            <a:spLocks noGrp="1"/>
          </p:cNvSpPr>
          <p:nvPr>
            <p:ph type="ctrTitle"/>
          </p:nvPr>
        </p:nvSpPr>
        <p:spPr/>
        <p:txBody>
          <a:bodyPr>
            <a:normAutofit fontScale="90000"/>
          </a:bodyPr>
          <a:lstStyle/>
          <a:p>
            <a:r>
              <a:rPr lang="en-US" noProof="0" dirty="0"/>
              <a:t>Pathways Out of NEET: Profiling Young Adults Using Registry Data </a:t>
            </a:r>
          </a:p>
        </p:txBody>
      </p:sp>
      <p:sp>
        <p:nvSpPr>
          <p:cNvPr id="3" name="Plassholder for tekst 2">
            <a:extLst>
              <a:ext uri="{FF2B5EF4-FFF2-40B4-BE49-F238E27FC236}">
                <a16:creationId xmlns:a16="http://schemas.microsoft.com/office/drawing/2014/main" id="{0155175C-C484-0D49-96A5-5DB9D461567B}"/>
              </a:ext>
            </a:extLst>
          </p:cNvPr>
          <p:cNvSpPr>
            <a:spLocks noGrp="1"/>
          </p:cNvSpPr>
          <p:nvPr>
            <p:ph type="body" sz="quarter" idx="13"/>
          </p:nvPr>
        </p:nvSpPr>
        <p:spPr>
          <a:xfrm>
            <a:off x="1078824" y="6156782"/>
            <a:ext cx="6118658" cy="1438572"/>
          </a:xfrm>
        </p:spPr>
        <p:txBody>
          <a:bodyPr>
            <a:normAutofit/>
          </a:bodyPr>
          <a:lstStyle/>
          <a:p>
            <a:r>
              <a:rPr lang="en-US" sz="1900" baseline="30000" noProof="0" dirty="0"/>
              <a:t>1 </a:t>
            </a:r>
            <a:r>
              <a:rPr lang="en-US" sz="1200" noProof="0" dirty="0"/>
              <a:t>Research Group for Health Promotion in Settings, Department of Health, Social and Welfare Studies, University of South-Eastern Norway, Norway</a:t>
            </a:r>
          </a:p>
          <a:p>
            <a:r>
              <a:rPr lang="en-US" sz="1200" baseline="30000" noProof="0" dirty="0"/>
              <a:t>2 </a:t>
            </a:r>
            <a:r>
              <a:rPr lang="en-US" sz="1200" noProof="0" dirty="0"/>
              <a:t>The Settings and Workplace Health Promotion Working Group, Nordic Health Promotion Research Network (</a:t>
            </a:r>
            <a:r>
              <a:rPr lang="en-US" sz="1200" noProof="0" dirty="0">
                <a:hlinkClick r:id="rId2"/>
              </a:rPr>
              <a:t>https://nhprn.com/settings/</a:t>
            </a:r>
            <a:r>
              <a:rPr lang="en-US" sz="1200" noProof="0" dirty="0"/>
              <a:t>)</a:t>
            </a:r>
          </a:p>
          <a:p>
            <a:r>
              <a:rPr lang="en-US" sz="1200" baseline="30000" noProof="0" dirty="0"/>
              <a:t>3</a:t>
            </a:r>
            <a:r>
              <a:rPr lang="en-US" sz="1200" noProof="0" dirty="0"/>
              <a:t> Children and Young People in Health Promoting Settings, Nordic Health Promotion Research Network (</a:t>
            </a:r>
            <a:r>
              <a:rPr lang="en-US" sz="1200" noProof="0" dirty="0">
                <a:hlinkClick r:id="rId3"/>
              </a:rPr>
              <a:t>https://nhprn.com/children-and-young-people /</a:t>
            </a:r>
            <a:r>
              <a:rPr lang="en-US" sz="1200" noProof="0" dirty="0"/>
              <a:t>)</a:t>
            </a:r>
          </a:p>
          <a:p>
            <a:endParaRPr lang="en-US" noProof="0" dirty="0"/>
          </a:p>
        </p:txBody>
      </p:sp>
      <p:sp>
        <p:nvSpPr>
          <p:cNvPr id="4" name="Plassholder for tekst 3">
            <a:extLst>
              <a:ext uri="{FF2B5EF4-FFF2-40B4-BE49-F238E27FC236}">
                <a16:creationId xmlns:a16="http://schemas.microsoft.com/office/drawing/2014/main" id="{0FE2B059-4F28-50E6-CE1F-CE34F60BAB2F}"/>
              </a:ext>
            </a:extLst>
          </p:cNvPr>
          <p:cNvSpPr>
            <a:spLocks noGrp="1"/>
          </p:cNvSpPr>
          <p:nvPr>
            <p:ph type="body" sz="quarter" idx="14"/>
          </p:nvPr>
        </p:nvSpPr>
        <p:spPr>
          <a:xfrm>
            <a:off x="1078824" y="4938813"/>
            <a:ext cx="5915458" cy="1027974"/>
          </a:xfrm>
        </p:spPr>
        <p:txBody>
          <a:bodyPr>
            <a:normAutofit/>
          </a:bodyPr>
          <a:lstStyle/>
          <a:p>
            <a:r>
              <a:rPr lang="en-US" sz="2400" noProof="0" dirty="0"/>
              <a:t>Lars Bauger</a:t>
            </a:r>
            <a:r>
              <a:rPr lang="en-US" sz="2400" baseline="30000" noProof="0" dirty="0"/>
              <a:t>1,3</a:t>
            </a:r>
            <a:r>
              <a:rPr lang="en-US" sz="2400" noProof="0" dirty="0"/>
              <a:t>, Karianne Nyheim Stray </a:t>
            </a:r>
            <a:r>
              <a:rPr lang="en-US" sz="2400" baseline="30000" noProof="0" dirty="0"/>
              <a:t>1,2 </a:t>
            </a:r>
            <a:r>
              <a:rPr lang="en-US" sz="2400" noProof="0" dirty="0"/>
              <a:t>&amp; Susanne Hagen</a:t>
            </a:r>
            <a:r>
              <a:rPr lang="en-US" sz="2400" baseline="30000" noProof="0" dirty="0"/>
              <a:t>1,2</a:t>
            </a:r>
          </a:p>
        </p:txBody>
      </p:sp>
      <p:sp>
        <p:nvSpPr>
          <p:cNvPr id="38" name="Plassholder for innhold 37">
            <a:extLst>
              <a:ext uri="{FF2B5EF4-FFF2-40B4-BE49-F238E27FC236}">
                <a16:creationId xmlns:a16="http://schemas.microsoft.com/office/drawing/2014/main" id="{E4174918-0CBB-82E9-35A6-9EB6AD54AF54}"/>
              </a:ext>
            </a:extLst>
          </p:cNvPr>
          <p:cNvSpPr>
            <a:spLocks noGrp="1"/>
          </p:cNvSpPr>
          <p:nvPr>
            <p:ph sz="quarter" idx="24"/>
          </p:nvPr>
        </p:nvSpPr>
        <p:spPr>
          <a:xfrm>
            <a:off x="1043643" y="13970010"/>
            <a:ext cx="5915458" cy="3998633"/>
          </a:xfrm>
        </p:spPr>
        <p:txBody>
          <a:bodyPr>
            <a:normAutofit fontScale="92500"/>
          </a:bodyPr>
          <a:lstStyle/>
          <a:p>
            <a:r>
              <a:rPr lang="en-US" sz="2400" b="1" noProof="0" dirty="0"/>
              <a:t>Objectives:</a:t>
            </a:r>
          </a:p>
          <a:p>
            <a:r>
              <a:rPr lang="en-US" sz="2400" b="1" noProof="0" dirty="0"/>
              <a:t>This study examines who exits NEET status and who remains NEET into their late 20s. We aim to:</a:t>
            </a:r>
          </a:p>
          <a:p>
            <a:pPr marL="457200" indent="-457200">
              <a:buAutoNum type="arabicParenBoth"/>
            </a:pPr>
            <a:r>
              <a:rPr lang="en-US" sz="2400" b="1" noProof="0" dirty="0"/>
              <a:t>estimate the proportion of young adults with prior NEET experience who successfully exit by age 29, and </a:t>
            </a:r>
          </a:p>
          <a:p>
            <a:pPr marL="457200" indent="-457200">
              <a:buAutoNum type="arabicParenBoth"/>
            </a:pPr>
            <a:r>
              <a:rPr lang="en-US" sz="2400" b="1" noProof="0" dirty="0"/>
              <a:t>identify demographic and socioeconomic predictors of NEET exit using logistic regression with average marginal effects</a:t>
            </a:r>
          </a:p>
          <a:p>
            <a:endParaRPr lang="en-US" sz="2400" noProof="0" dirty="0"/>
          </a:p>
        </p:txBody>
      </p:sp>
      <p:sp>
        <p:nvSpPr>
          <p:cNvPr id="39" name="Plassholder for tekst 38">
            <a:extLst>
              <a:ext uri="{FF2B5EF4-FFF2-40B4-BE49-F238E27FC236}">
                <a16:creationId xmlns:a16="http://schemas.microsoft.com/office/drawing/2014/main" id="{DC7BAC6E-36DB-1C3D-405B-52DCF2F5B13A}"/>
              </a:ext>
            </a:extLst>
          </p:cNvPr>
          <p:cNvSpPr>
            <a:spLocks noGrp="1"/>
          </p:cNvSpPr>
          <p:nvPr>
            <p:ph type="body" sz="quarter" idx="28"/>
          </p:nvPr>
        </p:nvSpPr>
        <p:spPr/>
        <p:txBody>
          <a:bodyPr/>
          <a:lstStyle/>
          <a:p>
            <a:r>
              <a:rPr lang="en-US" noProof="0" dirty="0"/>
              <a:t>QR </a:t>
            </a:r>
            <a:r>
              <a:rPr lang="en-US" noProof="0" dirty="0" err="1"/>
              <a:t>kode</a:t>
            </a:r>
            <a:r>
              <a:rPr lang="en-US" noProof="0" dirty="0"/>
              <a:t> </a:t>
            </a:r>
            <a:r>
              <a:rPr lang="en-US" noProof="0" dirty="0" err="1"/>
              <a:t>til</a:t>
            </a:r>
            <a:r>
              <a:rPr lang="en-US" noProof="0" dirty="0"/>
              <a:t> poster og </a:t>
            </a:r>
            <a:r>
              <a:rPr lang="en-US" noProof="0" dirty="0" err="1"/>
              <a:t>supplerende</a:t>
            </a:r>
            <a:r>
              <a:rPr lang="en-US" dirty="0"/>
              <a:t> info </a:t>
            </a:r>
            <a:r>
              <a:rPr lang="en-US" dirty="0" err="1"/>
              <a:t>bør</a:t>
            </a:r>
            <a:r>
              <a:rPr lang="en-US" dirty="0"/>
              <a:t> </a:t>
            </a:r>
            <a:r>
              <a:rPr lang="en-US" dirty="0" err="1"/>
              <a:t>være</a:t>
            </a:r>
            <a:r>
              <a:rPr lang="en-US" dirty="0"/>
              <a:t> her?</a:t>
            </a:r>
            <a:endParaRPr lang="en-US" noProof="0" dirty="0"/>
          </a:p>
        </p:txBody>
      </p:sp>
      <p:sp>
        <p:nvSpPr>
          <p:cNvPr id="40" name="Plassholder for tekst 39">
            <a:extLst>
              <a:ext uri="{FF2B5EF4-FFF2-40B4-BE49-F238E27FC236}">
                <a16:creationId xmlns:a16="http://schemas.microsoft.com/office/drawing/2014/main" id="{94148FB8-FB80-E6A1-4ED3-4BC8F2616664}"/>
              </a:ext>
            </a:extLst>
          </p:cNvPr>
          <p:cNvSpPr>
            <a:spLocks noGrp="1"/>
          </p:cNvSpPr>
          <p:nvPr>
            <p:ph type="body" sz="quarter" idx="29"/>
          </p:nvPr>
        </p:nvSpPr>
        <p:spPr>
          <a:xfrm>
            <a:off x="14437003" y="27943469"/>
            <a:ext cx="5915458" cy="1150313"/>
          </a:xfrm>
          <a:solidFill>
            <a:schemeClr val="bg2"/>
          </a:solidFill>
          <a:ln>
            <a:solidFill>
              <a:schemeClr val="bg2">
                <a:lumMod val="90000"/>
              </a:schemeClr>
            </a:solidFill>
          </a:ln>
        </p:spPr>
        <p:txBody>
          <a:bodyPr>
            <a:normAutofit fontScale="92500" lnSpcReduction="20000"/>
          </a:bodyPr>
          <a:lstStyle/>
          <a:p>
            <a:r>
              <a:rPr lang="en-US" noProof="0" dirty="0">
                <a:latin typeface="Calibri Light" panose="020F0302020204030204" pitchFamily="34" charset="0"/>
                <a:ea typeface="Calibri Light" panose="020F0302020204030204" pitchFamily="34" charset="0"/>
                <a:cs typeface="Calibri Light" panose="020F0302020204030204" pitchFamily="34" charset="0"/>
              </a:rPr>
              <a:t>Funding: </a:t>
            </a:r>
            <a:r>
              <a:rPr lang="en-US" i="1" noProof="0" dirty="0">
                <a:latin typeface="Calibri Light" panose="020F0302020204030204" pitchFamily="34" charset="0"/>
                <a:ea typeface="Calibri Light" panose="020F0302020204030204" pitchFamily="34" charset="0"/>
                <a:cs typeface="Calibri Light" panose="020F0302020204030204" pitchFamily="34" charset="0"/>
              </a:rPr>
              <a:t>This work was supported by </a:t>
            </a:r>
            <a:r>
              <a:rPr lang="en-US" i="1" noProof="0" dirty="0" err="1">
                <a:latin typeface="Calibri Light" panose="020F0302020204030204" pitchFamily="34" charset="0"/>
                <a:ea typeface="Calibri Light" panose="020F0302020204030204" pitchFamily="34" charset="0"/>
                <a:cs typeface="Calibri Light" panose="020F0302020204030204" pitchFamily="34" charset="0"/>
              </a:rPr>
              <a:t>Sparebankstiftelsene</a:t>
            </a:r>
            <a:r>
              <a:rPr lang="en-US" i="1" noProof="0" dirty="0">
                <a:latin typeface="Calibri Light" panose="020F0302020204030204" pitchFamily="34" charset="0"/>
                <a:ea typeface="Calibri Light" panose="020F0302020204030204" pitchFamily="34" charset="0"/>
                <a:cs typeface="Calibri Light" panose="020F0302020204030204" pitchFamily="34" charset="0"/>
              </a:rPr>
              <a:t>: </a:t>
            </a:r>
            <a:r>
              <a:rPr lang="en-US" i="1" noProof="0" dirty="0" err="1">
                <a:latin typeface="Calibri Light" panose="020F0302020204030204" pitchFamily="34" charset="0"/>
                <a:ea typeface="Calibri Light" panose="020F0302020204030204" pitchFamily="34" charset="0"/>
                <a:cs typeface="Calibri Light" panose="020F0302020204030204" pitchFamily="34" charset="0"/>
              </a:rPr>
              <a:t>Sparebankstiftelsen</a:t>
            </a:r>
            <a:r>
              <a:rPr lang="en-US" i="1" noProof="0" dirty="0">
                <a:latin typeface="Calibri Light" panose="020F0302020204030204" pitchFamily="34" charset="0"/>
                <a:ea typeface="Calibri Light" panose="020F0302020204030204" pitchFamily="34" charset="0"/>
                <a:cs typeface="Calibri Light" panose="020F0302020204030204" pitchFamily="34" charset="0"/>
              </a:rPr>
              <a:t> </a:t>
            </a:r>
            <a:r>
              <a:rPr lang="en-US" i="1" noProof="0" dirty="0" err="1">
                <a:latin typeface="Calibri Light" panose="020F0302020204030204" pitchFamily="34" charset="0"/>
                <a:ea typeface="Calibri Light" panose="020F0302020204030204" pitchFamily="34" charset="0"/>
                <a:cs typeface="Calibri Light" panose="020F0302020204030204" pitchFamily="34" charset="0"/>
              </a:rPr>
              <a:t>Sparebank</a:t>
            </a:r>
            <a:r>
              <a:rPr lang="en-US" i="1" noProof="0" dirty="0">
                <a:latin typeface="Calibri Light" panose="020F0302020204030204" pitchFamily="34" charset="0"/>
                <a:ea typeface="Calibri Light" panose="020F0302020204030204" pitchFamily="34" charset="0"/>
                <a:cs typeface="Calibri Light" panose="020F0302020204030204" pitchFamily="34" charset="0"/>
              </a:rPr>
              <a:t> 1 Buskerud Vestfold, </a:t>
            </a:r>
            <a:r>
              <a:rPr lang="en-US" i="1" noProof="0" dirty="0" err="1">
                <a:latin typeface="Calibri Light" panose="020F0302020204030204" pitchFamily="34" charset="0"/>
                <a:ea typeface="Calibri Light" panose="020F0302020204030204" pitchFamily="34" charset="0"/>
                <a:cs typeface="Calibri Light" panose="020F0302020204030204" pitchFamily="34" charset="0"/>
              </a:rPr>
              <a:t>Sparebankstiftelsen</a:t>
            </a:r>
            <a:r>
              <a:rPr lang="en-US" i="1" noProof="0" dirty="0">
                <a:latin typeface="Calibri Light" panose="020F0302020204030204" pitchFamily="34" charset="0"/>
                <a:ea typeface="Calibri Light" panose="020F0302020204030204" pitchFamily="34" charset="0"/>
                <a:cs typeface="Calibri Light" panose="020F0302020204030204" pitchFamily="34" charset="0"/>
              </a:rPr>
              <a:t> Nøtterøy-Tønsberg, </a:t>
            </a:r>
            <a:r>
              <a:rPr lang="en-US" i="1" noProof="0" dirty="0" err="1">
                <a:latin typeface="Calibri Light" panose="020F0302020204030204" pitchFamily="34" charset="0"/>
                <a:ea typeface="Calibri Light" panose="020F0302020204030204" pitchFamily="34" charset="0"/>
                <a:cs typeface="Calibri Light" panose="020F0302020204030204" pitchFamily="34" charset="0"/>
              </a:rPr>
              <a:t>Sparebankstiftelsen</a:t>
            </a:r>
            <a:r>
              <a:rPr lang="en-US" i="1" noProof="0" dirty="0">
                <a:latin typeface="Calibri Light" panose="020F0302020204030204" pitchFamily="34" charset="0"/>
                <a:ea typeface="Calibri Light" panose="020F0302020204030204" pitchFamily="34" charset="0"/>
                <a:cs typeface="Calibri Light" panose="020F0302020204030204" pitchFamily="34" charset="0"/>
              </a:rPr>
              <a:t> Telemark and </a:t>
            </a:r>
            <a:r>
              <a:rPr lang="en-US" i="1" noProof="0" dirty="0" err="1">
                <a:latin typeface="Calibri Light" panose="020F0302020204030204" pitchFamily="34" charset="0"/>
                <a:ea typeface="Calibri Light" panose="020F0302020204030204" pitchFamily="34" charset="0"/>
                <a:cs typeface="Calibri Light" panose="020F0302020204030204" pitchFamily="34" charset="0"/>
              </a:rPr>
              <a:t>Sparebankstiftelsen</a:t>
            </a:r>
            <a:r>
              <a:rPr lang="en-US" i="1" noProof="0" dirty="0">
                <a:latin typeface="Calibri Light" panose="020F0302020204030204" pitchFamily="34" charset="0"/>
                <a:ea typeface="Calibri Light" panose="020F0302020204030204" pitchFamily="34" charset="0"/>
                <a:cs typeface="Calibri Light" panose="020F0302020204030204" pitchFamily="34" charset="0"/>
              </a:rPr>
              <a:t> Nome</a:t>
            </a:r>
            <a:endParaRPr lang="en-US" b="0" i="1"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9" name="Plassholder for tekst 8">
            <a:extLst>
              <a:ext uri="{FF2B5EF4-FFF2-40B4-BE49-F238E27FC236}">
                <a16:creationId xmlns:a16="http://schemas.microsoft.com/office/drawing/2014/main" id="{7D401FC2-E6E5-D604-7EBA-28754C6E3944}"/>
              </a:ext>
            </a:extLst>
          </p:cNvPr>
          <p:cNvSpPr>
            <a:spLocks noGrp="1"/>
          </p:cNvSpPr>
          <p:nvPr>
            <p:ph type="body" sz="quarter" idx="32"/>
          </p:nvPr>
        </p:nvSpPr>
        <p:spPr>
          <a:xfrm>
            <a:off x="1043643" y="9808207"/>
            <a:ext cx="5915458" cy="1221928"/>
          </a:xfrm>
        </p:spPr>
        <p:txBody>
          <a:bodyPr/>
          <a:lstStyle/>
          <a:p>
            <a:r>
              <a:rPr lang="en-US" noProof="0" dirty="0"/>
              <a:t>Background &amp; objective</a:t>
            </a:r>
          </a:p>
        </p:txBody>
      </p:sp>
      <p:sp>
        <p:nvSpPr>
          <p:cNvPr id="10" name="Plassholder for tekst 9">
            <a:extLst>
              <a:ext uri="{FF2B5EF4-FFF2-40B4-BE49-F238E27FC236}">
                <a16:creationId xmlns:a16="http://schemas.microsoft.com/office/drawing/2014/main" id="{164B4225-29BC-00E4-5FD1-0FFA5403A9EC}"/>
              </a:ext>
            </a:extLst>
          </p:cNvPr>
          <p:cNvSpPr>
            <a:spLocks noGrp="1"/>
          </p:cNvSpPr>
          <p:nvPr>
            <p:ph type="body" sz="quarter" idx="33"/>
          </p:nvPr>
        </p:nvSpPr>
        <p:spPr>
          <a:xfrm>
            <a:off x="1078824" y="10460040"/>
            <a:ext cx="5915458" cy="3985907"/>
          </a:xfrm>
        </p:spPr>
        <p:txBody>
          <a:bodyPr>
            <a:normAutofit/>
          </a:bodyPr>
          <a:lstStyle/>
          <a:p>
            <a:r>
              <a:rPr lang="en-US" noProof="0" dirty="0"/>
              <a:t>Young adults not in education, employment, or training (NEET) represent a growing social and health concern, reflecting exclusion from key arenas that support participation, belonging, and wellbeing during the transition to adulthood. While previous research has focused on NEET prevalence and associated risk and protective factors, less is known about individuals who exit NEET status and successfully reintegrate into education or work. </a:t>
            </a:r>
          </a:p>
        </p:txBody>
      </p:sp>
      <p:pic>
        <p:nvPicPr>
          <p:cNvPr id="55" name="Plassholder for innhold 54">
            <a:extLst>
              <a:ext uri="{FF2B5EF4-FFF2-40B4-BE49-F238E27FC236}">
                <a16:creationId xmlns:a16="http://schemas.microsoft.com/office/drawing/2014/main" id="{88F92DC9-A699-7933-2F90-6D977AEA60CC}"/>
              </a:ext>
            </a:extLst>
          </p:cNvPr>
          <p:cNvPicPr>
            <a:picLocks noGrp="1" noChangeAspect="1"/>
          </p:cNvPicPr>
          <p:nvPr>
            <p:ph sz="quarter" idx="34"/>
          </p:nvPr>
        </p:nvPicPr>
        <p:blipFill>
          <a:blip r:embed="rId4"/>
          <a:srcRect/>
          <a:stretch/>
        </p:blipFill>
        <p:spPr>
          <a:xfrm>
            <a:off x="7944758" y="14082535"/>
            <a:ext cx="5915458" cy="4650127"/>
          </a:xfrm>
          <a:prstGeom prst="rect">
            <a:avLst/>
          </a:prstGeom>
          <a:solidFill>
            <a:srgbClr val="DAD9FF"/>
          </a:solidFill>
        </p:spPr>
      </p:pic>
      <p:sp>
        <p:nvSpPr>
          <p:cNvPr id="12" name="Plassholder for tekst 11">
            <a:extLst>
              <a:ext uri="{FF2B5EF4-FFF2-40B4-BE49-F238E27FC236}">
                <a16:creationId xmlns:a16="http://schemas.microsoft.com/office/drawing/2014/main" id="{2C39928D-8D9A-A545-C5A4-8D1269BBFCC9}"/>
              </a:ext>
            </a:extLst>
          </p:cNvPr>
          <p:cNvSpPr>
            <a:spLocks noGrp="1"/>
          </p:cNvSpPr>
          <p:nvPr>
            <p:ph type="body" sz="quarter" idx="35"/>
          </p:nvPr>
        </p:nvSpPr>
        <p:spPr>
          <a:xfrm>
            <a:off x="7800379" y="9798646"/>
            <a:ext cx="5915458" cy="1221928"/>
          </a:xfrm>
        </p:spPr>
        <p:txBody>
          <a:bodyPr/>
          <a:lstStyle/>
          <a:p>
            <a:r>
              <a:rPr lang="en-US" noProof="0" dirty="0"/>
              <a:t>Method </a:t>
            </a:r>
          </a:p>
        </p:txBody>
      </p:sp>
      <p:sp>
        <p:nvSpPr>
          <p:cNvPr id="13" name="Plassholder for tekst 12">
            <a:extLst>
              <a:ext uri="{FF2B5EF4-FFF2-40B4-BE49-F238E27FC236}">
                <a16:creationId xmlns:a16="http://schemas.microsoft.com/office/drawing/2014/main" id="{A63C78D4-F7FF-6C1C-E80C-F47F1F481985}"/>
              </a:ext>
            </a:extLst>
          </p:cNvPr>
          <p:cNvSpPr>
            <a:spLocks noGrp="1"/>
          </p:cNvSpPr>
          <p:nvPr>
            <p:ph type="body" sz="quarter" idx="36"/>
          </p:nvPr>
        </p:nvSpPr>
        <p:spPr>
          <a:xfrm>
            <a:off x="7800379" y="10460040"/>
            <a:ext cx="5915458" cy="3985907"/>
          </a:xfrm>
        </p:spPr>
        <p:txBody>
          <a:bodyPr>
            <a:normAutofit/>
          </a:bodyPr>
          <a:lstStyle/>
          <a:p>
            <a:r>
              <a:rPr lang="en-US" noProof="0" dirty="0"/>
              <a:t>We used Norwegian administrative registry data (microdata.no) covering all individuals born in 1995 (N = 85,212 with valid residency records). The analytical sample comprised 15,415 young adults who were NEET in at least one year before age 25 (ages 20-24). NEET status was defined using register-based labor market and educational status, adjusted for earned income. Individuals were reclassified as non-NEET in years where annual earnings reached or exceeded 1G (ranging from NOK 99,000 - 119,000). The outcome was NEET status at age 29 (2024). Logistic regression with average marginal effects (AME) was used to estimate adjusted associations with exit.</a:t>
            </a:r>
          </a:p>
        </p:txBody>
      </p:sp>
      <p:pic>
        <p:nvPicPr>
          <p:cNvPr id="51" name="Plassholder for innhold 50">
            <a:extLst>
              <a:ext uri="{FF2B5EF4-FFF2-40B4-BE49-F238E27FC236}">
                <a16:creationId xmlns:a16="http://schemas.microsoft.com/office/drawing/2014/main" id="{B180A1AC-DDCD-509A-6EB5-F6E29CA9B51B}"/>
              </a:ext>
            </a:extLst>
          </p:cNvPr>
          <p:cNvPicPr>
            <a:picLocks noGrp="1" noChangeAspect="1"/>
          </p:cNvPicPr>
          <p:nvPr>
            <p:ph sz="quarter" idx="37"/>
          </p:nvPr>
        </p:nvPicPr>
        <p:blipFill>
          <a:blip r:embed="rId5"/>
          <a:stretch>
            <a:fillRect/>
          </a:stretch>
        </p:blipFill>
        <p:spPr>
          <a:xfrm>
            <a:off x="14173266" y="10460040"/>
            <a:ext cx="6427500" cy="7856730"/>
          </a:xfrm>
          <a:prstGeom prst="rect">
            <a:avLst/>
          </a:prstGeom>
          <a:solidFill>
            <a:srgbClr val="DAD9FF"/>
          </a:solidFill>
        </p:spPr>
      </p:pic>
      <p:sp>
        <p:nvSpPr>
          <p:cNvPr id="15" name="Plassholder for tekst 14">
            <a:extLst>
              <a:ext uri="{FF2B5EF4-FFF2-40B4-BE49-F238E27FC236}">
                <a16:creationId xmlns:a16="http://schemas.microsoft.com/office/drawing/2014/main" id="{E8695276-6DE2-E65E-6DFD-BA3188812A29}"/>
              </a:ext>
            </a:extLst>
          </p:cNvPr>
          <p:cNvSpPr>
            <a:spLocks noGrp="1"/>
          </p:cNvSpPr>
          <p:nvPr>
            <p:ph type="body" sz="quarter" idx="38"/>
          </p:nvPr>
        </p:nvSpPr>
        <p:spPr>
          <a:xfrm>
            <a:off x="14429287" y="9808207"/>
            <a:ext cx="5915458" cy="1221928"/>
          </a:xfrm>
        </p:spPr>
        <p:txBody>
          <a:bodyPr/>
          <a:lstStyle/>
          <a:p>
            <a:r>
              <a:rPr lang="en-US" noProof="0" dirty="0"/>
              <a:t>Descriptive results</a:t>
            </a:r>
          </a:p>
        </p:txBody>
      </p:sp>
      <p:sp>
        <p:nvSpPr>
          <p:cNvPr id="22" name="Plassholder for tekst 21">
            <a:extLst>
              <a:ext uri="{FF2B5EF4-FFF2-40B4-BE49-F238E27FC236}">
                <a16:creationId xmlns:a16="http://schemas.microsoft.com/office/drawing/2014/main" id="{3DBD351C-F501-9A65-566B-FC6F435BB3E9}"/>
              </a:ext>
            </a:extLst>
          </p:cNvPr>
          <p:cNvSpPr>
            <a:spLocks noGrp="1"/>
          </p:cNvSpPr>
          <p:nvPr>
            <p:ph type="body" sz="quarter" idx="44"/>
          </p:nvPr>
        </p:nvSpPr>
        <p:spPr>
          <a:xfrm>
            <a:off x="1043643" y="18986750"/>
            <a:ext cx="12760800" cy="662568"/>
          </a:xfrm>
        </p:spPr>
        <p:txBody>
          <a:bodyPr>
            <a:normAutofit/>
          </a:bodyPr>
          <a:lstStyle/>
          <a:p>
            <a:r>
              <a:rPr lang="en-US" noProof="0" dirty="0"/>
              <a:t>Regression results</a:t>
            </a:r>
          </a:p>
        </p:txBody>
      </p:sp>
      <p:sp>
        <p:nvSpPr>
          <p:cNvPr id="24" name="Plassholder for tekst 23">
            <a:extLst>
              <a:ext uri="{FF2B5EF4-FFF2-40B4-BE49-F238E27FC236}">
                <a16:creationId xmlns:a16="http://schemas.microsoft.com/office/drawing/2014/main" id="{FB3530A6-3B49-981D-2AF9-ADA63C126137}"/>
              </a:ext>
            </a:extLst>
          </p:cNvPr>
          <p:cNvSpPr>
            <a:spLocks noGrp="1"/>
          </p:cNvSpPr>
          <p:nvPr>
            <p:ph type="body" sz="quarter" idx="45"/>
          </p:nvPr>
        </p:nvSpPr>
        <p:spPr>
          <a:xfrm>
            <a:off x="7944758" y="20713042"/>
            <a:ext cx="5650926" cy="7826134"/>
          </a:xfrm>
        </p:spPr>
        <p:txBody>
          <a:bodyPr>
            <a:noAutofit/>
          </a:bodyPr>
          <a:lstStyle/>
          <a:p>
            <a:r>
              <a:rPr lang="en-US" noProof="0" dirty="0"/>
              <a:t>Logistic regression with average marginal effects (</a:t>
            </a:r>
            <a:r>
              <a:rPr lang="pt-BR" noProof="0" dirty="0"/>
              <a:t>N = 11,339 complete cases; Pseudo R</a:t>
            </a:r>
            <a:r>
              <a:rPr lang="pt-BR" baseline="30000" noProof="0" dirty="0"/>
              <a:t>2</a:t>
            </a:r>
            <a:r>
              <a:rPr lang="pt-BR" noProof="0" dirty="0"/>
              <a:t> = 0.15</a:t>
            </a:r>
            <a:r>
              <a:rPr lang="en-US" noProof="0" dirty="0"/>
              <a:t>) identified the following predictors of exit:</a:t>
            </a:r>
          </a:p>
          <a:p>
            <a:pPr marL="342900" indent="-342900">
              <a:buFont typeface="Wingdings" panose="05000000000000000000" pitchFamily="2" charset="2"/>
              <a:buChar char="§"/>
            </a:pPr>
            <a:r>
              <a:rPr lang="en-US" noProof="0" dirty="0"/>
              <a:t>NEET duration was the strongest predictor of remaining NEET: two NEET years reduced exit probability by 13.5 percentage points (pp) (p&lt;0.001), and three or more years by 29.9 pp (p&lt;0.001), compared to one NEET year.</a:t>
            </a:r>
          </a:p>
          <a:p>
            <a:pPr marL="342900" indent="-342900">
              <a:buFont typeface="Wingdings" panose="05000000000000000000" pitchFamily="2" charset="2"/>
              <a:buChar char="§"/>
            </a:pPr>
            <a:r>
              <a:rPr lang="en-US" noProof="0" dirty="0"/>
              <a:t>Child welfare experience reduced exit probability by 6.0 pp (p&lt;0.001), the strongest single demographic predictor.</a:t>
            </a:r>
          </a:p>
          <a:p>
            <a:pPr marL="342900" indent="-342900">
              <a:buFont typeface="Wingdings" panose="05000000000000000000" pitchFamily="2" charset="2"/>
              <a:buChar char="§"/>
            </a:pPr>
            <a:r>
              <a:rPr lang="en-US" noProof="0" dirty="0"/>
              <a:t>Socioeconomic background also mattered: growing up in the highest childhood income quartile increased exit probability by 4.1 pp (p&lt;0.001), and higher school grades were independently associated with exit (2.6 pp per standard deviation, p&lt;0.001).</a:t>
            </a:r>
          </a:p>
          <a:p>
            <a:pPr marL="342900" indent="-342900">
              <a:buFont typeface="Wingdings" panose="05000000000000000000" pitchFamily="2" charset="2"/>
              <a:buChar char="§"/>
            </a:pPr>
            <a:r>
              <a:rPr lang="en-US" noProof="0" dirty="0"/>
              <a:t>Being male was associated with a 5.3 pp higher exit probability (p&lt;0.001). Immigration background and parental education level were not significantly associated with NEET exit</a:t>
            </a:r>
          </a:p>
        </p:txBody>
      </p:sp>
      <p:pic>
        <p:nvPicPr>
          <p:cNvPr id="65" name="Plassholder for innhold 64">
            <a:extLst>
              <a:ext uri="{FF2B5EF4-FFF2-40B4-BE49-F238E27FC236}">
                <a16:creationId xmlns:a16="http://schemas.microsoft.com/office/drawing/2014/main" id="{28266D3C-E7E6-3BA8-E371-36A0A85BA302}"/>
              </a:ext>
            </a:extLst>
          </p:cNvPr>
          <p:cNvPicPr>
            <a:picLocks noGrp="1" noChangeAspect="1"/>
          </p:cNvPicPr>
          <p:nvPr>
            <p:ph sz="quarter" idx="46"/>
          </p:nvPr>
        </p:nvPicPr>
        <p:blipFill>
          <a:blip r:embed="rId6"/>
          <a:stretch>
            <a:fillRect/>
          </a:stretch>
        </p:blipFill>
        <p:spPr>
          <a:xfrm>
            <a:off x="14165549" y="19025859"/>
            <a:ext cx="6179195" cy="4053089"/>
          </a:xfrm>
          <a:prstGeom prst="rect">
            <a:avLst/>
          </a:prstGeom>
          <a:solidFill>
            <a:srgbClr val="DAD9FF"/>
          </a:solidFill>
        </p:spPr>
      </p:pic>
      <p:sp>
        <p:nvSpPr>
          <p:cNvPr id="48" name="Plassholder for tekst 47">
            <a:extLst>
              <a:ext uri="{FF2B5EF4-FFF2-40B4-BE49-F238E27FC236}">
                <a16:creationId xmlns:a16="http://schemas.microsoft.com/office/drawing/2014/main" id="{F3B831B2-F8AB-27DD-122A-5A93CBF9DF0F}"/>
              </a:ext>
            </a:extLst>
          </p:cNvPr>
          <p:cNvSpPr>
            <a:spLocks noGrp="1"/>
          </p:cNvSpPr>
          <p:nvPr>
            <p:ph type="body" sz="quarter" idx="47"/>
          </p:nvPr>
        </p:nvSpPr>
        <p:spPr>
          <a:xfrm>
            <a:off x="14429287" y="23346772"/>
            <a:ext cx="5915458" cy="691377"/>
          </a:xfrm>
        </p:spPr>
        <p:txBody>
          <a:bodyPr/>
          <a:lstStyle/>
          <a:p>
            <a:r>
              <a:rPr lang="en-US" noProof="0" dirty="0"/>
              <a:t>Conclusion</a:t>
            </a:r>
          </a:p>
        </p:txBody>
      </p:sp>
      <p:sp>
        <p:nvSpPr>
          <p:cNvPr id="49" name="Plassholder for tekst 48">
            <a:extLst>
              <a:ext uri="{FF2B5EF4-FFF2-40B4-BE49-F238E27FC236}">
                <a16:creationId xmlns:a16="http://schemas.microsoft.com/office/drawing/2014/main" id="{3CCDD6F6-CD65-118E-2ECC-992BAD1EB9DB}"/>
              </a:ext>
            </a:extLst>
          </p:cNvPr>
          <p:cNvSpPr>
            <a:spLocks noGrp="1"/>
          </p:cNvSpPr>
          <p:nvPr>
            <p:ph type="body" sz="quarter" idx="48"/>
          </p:nvPr>
        </p:nvSpPr>
        <p:spPr>
          <a:xfrm>
            <a:off x="14437003" y="23867092"/>
            <a:ext cx="6163763" cy="3540845"/>
          </a:xfrm>
        </p:spPr>
        <p:txBody>
          <a:bodyPr>
            <a:normAutofit/>
          </a:bodyPr>
          <a:lstStyle/>
          <a:p>
            <a:r>
              <a:rPr lang="en-US" noProof="0" dirty="0"/>
              <a:t>Three in four young adults with a NEET period before age 25 had successfully transitioned out of NEET by age 29, indicating that early NEET experience does not inevitably lead to long-term exclusion. However, NEET duration, child welfare involvement, and lower socioeconomic background substantially reduce the likelihood of exit. Health promotion interventions should prioritize young people in their first year of NEET, when exit probability is still high and ensure targeted support for those with child welfare histories, who face markedly greater barriers to reintegration.</a:t>
            </a:r>
          </a:p>
        </p:txBody>
      </p:sp>
      <p:pic>
        <p:nvPicPr>
          <p:cNvPr id="28" name="Bilde 27">
            <a:extLst>
              <a:ext uri="{FF2B5EF4-FFF2-40B4-BE49-F238E27FC236}">
                <a16:creationId xmlns:a16="http://schemas.microsoft.com/office/drawing/2014/main" id="{12039D0D-8FE7-66AA-BBF7-594E0702669A}"/>
              </a:ext>
            </a:extLst>
          </p:cNvPr>
          <p:cNvPicPr>
            <a:picLocks noChangeAspect="1"/>
          </p:cNvPicPr>
          <p:nvPr/>
        </p:nvPicPr>
        <p:blipFill>
          <a:blip r:embed="rId7"/>
          <a:stretch>
            <a:fillRect/>
          </a:stretch>
        </p:blipFill>
        <p:spPr>
          <a:xfrm>
            <a:off x="8869773" y="-13989"/>
            <a:ext cx="12926130" cy="8524626"/>
          </a:xfrm>
          <a:prstGeom prst="rect">
            <a:avLst/>
          </a:prstGeom>
        </p:spPr>
      </p:pic>
      <p:pic>
        <p:nvPicPr>
          <p:cNvPr id="59" name="Bilde 58">
            <a:extLst>
              <a:ext uri="{FF2B5EF4-FFF2-40B4-BE49-F238E27FC236}">
                <a16:creationId xmlns:a16="http://schemas.microsoft.com/office/drawing/2014/main" id="{26231064-436D-85B5-1A88-A645ECE4AD8A}"/>
              </a:ext>
            </a:extLst>
          </p:cNvPr>
          <p:cNvPicPr>
            <a:picLocks noChangeAspect="1"/>
          </p:cNvPicPr>
          <p:nvPr/>
        </p:nvPicPr>
        <p:blipFill>
          <a:blip r:embed="rId8"/>
          <a:srcRect/>
          <a:stretch/>
        </p:blipFill>
        <p:spPr>
          <a:xfrm>
            <a:off x="955038" y="19857019"/>
            <a:ext cx="6599547" cy="8013784"/>
          </a:xfrm>
          <a:prstGeom prst="rect">
            <a:avLst/>
          </a:prstGeom>
        </p:spPr>
      </p:pic>
      <p:sp>
        <p:nvSpPr>
          <p:cNvPr id="5" name="TekstSylinder 4">
            <a:extLst>
              <a:ext uri="{FF2B5EF4-FFF2-40B4-BE49-F238E27FC236}">
                <a16:creationId xmlns:a16="http://schemas.microsoft.com/office/drawing/2014/main" id="{00320809-71F7-6F27-D5FC-1C5F7934CF01}"/>
              </a:ext>
            </a:extLst>
          </p:cNvPr>
          <p:cNvSpPr txBox="1"/>
          <p:nvPr/>
        </p:nvSpPr>
        <p:spPr>
          <a:xfrm>
            <a:off x="17387016" y="8095427"/>
            <a:ext cx="4360750" cy="276999"/>
          </a:xfrm>
          <a:prstGeom prst="rect">
            <a:avLst/>
          </a:prstGeom>
          <a:noFill/>
        </p:spPr>
        <p:txBody>
          <a:bodyPr wrap="square" rtlCol="0">
            <a:spAutoFit/>
          </a:bodyPr>
          <a:lstStyle/>
          <a:p>
            <a:pPr algn="r"/>
            <a:r>
              <a:rPr lang="en-US" sz="1200"/>
              <a:t>Image generated with DALL·E (OpenAI, 2024) via ChatGPT</a:t>
            </a:r>
            <a:endParaRPr lang="nb-NO" sz="1200" dirty="0"/>
          </a:p>
        </p:txBody>
      </p:sp>
    </p:spTree>
    <p:extLst>
      <p:ext uri="{BB962C8B-B14F-4D97-AF65-F5344CB8AC3E}">
        <p14:creationId xmlns:p14="http://schemas.microsoft.com/office/powerpoint/2010/main" val="3097009601"/>
      </p:ext>
    </p:extLst>
  </p:cSld>
  <p:clrMapOvr>
    <a:masterClrMapping/>
  </p:clrMapOvr>
</p:sld>
</file>

<file path=ppt/theme/theme1.xml><?xml version="1.0" encoding="utf-8"?>
<a:theme xmlns:a="http://schemas.openxmlformats.org/drawingml/2006/main" name="HSN Nynorsk">
  <a:themeElements>
    <a:clrScheme name="USN_NY">
      <a:dk1>
        <a:srgbClr val="000000"/>
      </a:dk1>
      <a:lt1>
        <a:srgbClr val="FFFFFF"/>
      </a:lt1>
      <a:dk2>
        <a:srgbClr val="2F0B63"/>
      </a:dk2>
      <a:lt2>
        <a:srgbClr val="CDB9FC"/>
      </a:lt2>
      <a:accent1>
        <a:srgbClr val="7800F0"/>
      </a:accent1>
      <a:accent2>
        <a:srgbClr val="FF6202"/>
      </a:accent2>
      <a:accent3>
        <a:srgbClr val="2F0B63"/>
      </a:accent3>
      <a:accent4>
        <a:srgbClr val="EF7DBB"/>
      </a:accent4>
      <a:accent5>
        <a:srgbClr val="9359EF"/>
      </a:accent5>
      <a:accent6>
        <a:srgbClr val="CFFF1F"/>
      </a:accent6>
      <a:hlink>
        <a:srgbClr val="2F0B63"/>
      </a:hlink>
      <a:folHlink>
        <a:srgbClr val="2F0B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sjon1" id="{D57DC539-2B70-424D-967A-A3342A1DFB4C}" vid="{E04B4ACF-3D53-41CA-9388-D6E5F493D8D5}"/>
    </a:ext>
  </a:extLst>
</a:theme>
</file>

<file path=ppt/theme/theme2.xml><?xml version="1.0" encoding="utf-8"?>
<a:theme xmlns:a="http://schemas.openxmlformats.org/drawingml/2006/main" name="HSN English">
  <a:themeElements>
    <a:clrScheme name="USN_NY">
      <a:dk1>
        <a:srgbClr val="000000"/>
      </a:dk1>
      <a:lt1>
        <a:srgbClr val="FFFFFF"/>
      </a:lt1>
      <a:dk2>
        <a:srgbClr val="2F0B63"/>
      </a:dk2>
      <a:lt2>
        <a:srgbClr val="CDB9FC"/>
      </a:lt2>
      <a:accent1>
        <a:srgbClr val="7800F0"/>
      </a:accent1>
      <a:accent2>
        <a:srgbClr val="FF6202"/>
      </a:accent2>
      <a:accent3>
        <a:srgbClr val="2F0B63"/>
      </a:accent3>
      <a:accent4>
        <a:srgbClr val="EF7DBB"/>
      </a:accent4>
      <a:accent5>
        <a:srgbClr val="9359EF"/>
      </a:accent5>
      <a:accent6>
        <a:srgbClr val="CFFF1F"/>
      </a:accent6>
      <a:hlink>
        <a:srgbClr val="2F0B63"/>
      </a:hlink>
      <a:folHlink>
        <a:srgbClr val="2F0B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sjon1" id="{D57DC539-2B70-424D-967A-A3342A1DFB4C}" vid="{5EF43D32-1634-4E4F-A1F2-2DBBC762B2D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049DB7643C8D354997DA3FDC6FE0303C" ma:contentTypeVersion="14" ma:contentTypeDescription="Opprett et nytt dokument." ma:contentTypeScope="" ma:versionID="328fe1f61832da5ce6030f8c265f74d3">
  <xsd:schema xmlns:xsd="http://www.w3.org/2001/XMLSchema" xmlns:xs="http://www.w3.org/2001/XMLSchema" xmlns:p="http://schemas.microsoft.com/office/2006/metadata/properties" xmlns:ns2="aa046a67-9b90-438c-bbe5-ae96cae71083" xmlns:ns3="79e5e1fb-7282-4173-843c-849469f51728" targetNamespace="http://schemas.microsoft.com/office/2006/metadata/properties" ma:root="true" ma:fieldsID="bcec929ba3b4345b178a3c1f48f477b5" ns2:_="" ns3:_="">
    <xsd:import namespace="aa046a67-9b90-438c-bbe5-ae96cae71083"/>
    <xsd:import namespace="79e5e1fb-7282-4173-843c-849469f5172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046a67-9b90-438c-bbe5-ae96cae7108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ildemerkelapper" ma:readOnly="false" ma:fieldId="{5cf76f15-5ced-4ddc-b409-7134ff3c332f}" ma:taxonomyMulti="true" ma:sspId="7d912fff-f0be-4533-ba2b-d4ff65658f5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9e5e1fb-7282-4173-843c-849469f5172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b9b8e15-e89c-4da0-b894-ab7c16991bed}" ma:internalName="TaxCatchAll" ma:showField="CatchAllData" ma:web="79e5e1fb-7282-4173-843c-849469f5172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a046a67-9b90-438c-bbe5-ae96cae71083">
      <Terms xmlns="http://schemas.microsoft.com/office/infopath/2007/PartnerControls"/>
    </lcf76f155ced4ddcb4097134ff3c332f>
    <TaxCatchAll xmlns="79e5e1fb-7282-4173-843c-849469f5172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69F900-C240-49C0-AB88-BC0C94D232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046a67-9b90-438c-bbe5-ae96cae71083"/>
    <ds:schemaRef ds:uri="79e5e1fb-7282-4173-843c-849469f517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34D039-E709-46C8-B841-E14C5A6AB0EE}">
  <ds:schemaRefs>
    <ds:schemaRef ds:uri="79e5e1fb-7282-4173-843c-849469f51728"/>
    <ds:schemaRef ds:uri="http://purl.org/dc/terms/"/>
    <ds:schemaRef ds:uri="http://schemas.microsoft.com/office/2006/documentManagement/types"/>
    <ds:schemaRef ds:uri="http://schemas.microsoft.com/office/2006/metadata/properties"/>
    <ds:schemaRef ds:uri="http://purl.org/dc/elements/1.1/"/>
    <ds:schemaRef ds:uri="http://schemas.microsoft.com/office/infopath/2007/PartnerControls"/>
    <ds:schemaRef ds:uri="aa046a67-9b90-438c-bbe5-ae96cae71083"/>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228FE273-D010-400A-B0C0-DBB88BA00DBC}">
  <ds:schemaRefs>
    <ds:schemaRef ds:uri="http://schemas.microsoft.com/sharepoint/v3/contenttype/forms"/>
  </ds:schemaRefs>
</ds:datastoreItem>
</file>

<file path=docMetadata/LabelInfo.xml><?xml version="1.0" encoding="utf-8"?>
<clbl:labelList xmlns:clbl="http://schemas.microsoft.com/office/2020/mipLabelMetadata">
  <clbl:label id="{bc758dd0-ab53-4372-9a7c-e98a9620862c}" enabled="0" method="" siteId="{bc758dd0-ab53-4372-9a7c-e98a9620862c}" removed="1"/>
</clbl:labelList>
</file>

<file path=docProps/app.xml><?xml version="1.0" encoding="utf-8"?>
<Properties xmlns="http://schemas.openxmlformats.org/officeDocument/2006/extended-properties" xmlns:vt="http://schemas.openxmlformats.org/officeDocument/2006/docPropsVTypes">
  <Template>Forskningsplakat Stående</Template>
  <TotalTime>338</TotalTime>
  <Words>651</Words>
  <Application>Microsoft Office PowerPoint</Application>
  <PresentationFormat>Egendefinert</PresentationFormat>
  <Paragraphs>25</Paragraphs>
  <Slides>1</Slides>
  <Notes>0</Notes>
  <HiddenSlides>0</HiddenSlides>
  <MMClips>0</MMClips>
  <ScaleCrop>false</ScaleCrop>
  <HeadingPairs>
    <vt:vector size="6" baseType="variant">
      <vt:variant>
        <vt:lpstr>Brukte skrifter</vt:lpstr>
      </vt:variant>
      <vt:variant>
        <vt:i4>6</vt:i4>
      </vt:variant>
      <vt:variant>
        <vt:lpstr>Tema</vt:lpstr>
      </vt:variant>
      <vt:variant>
        <vt:i4>2</vt:i4>
      </vt:variant>
      <vt:variant>
        <vt:lpstr>Lysbildetitler</vt:lpstr>
      </vt:variant>
      <vt:variant>
        <vt:i4>1</vt:i4>
      </vt:variant>
    </vt:vector>
  </HeadingPairs>
  <TitlesOfParts>
    <vt:vector size="9" baseType="lpstr">
      <vt:lpstr>Arial</vt:lpstr>
      <vt:lpstr>Calibri</vt:lpstr>
      <vt:lpstr>Calibri Light</vt:lpstr>
      <vt:lpstr>Lucida Grande</vt:lpstr>
      <vt:lpstr>Times New Roman</vt:lpstr>
      <vt:lpstr>Wingdings</vt:lpstr>
      <vt:lpstr>HSN Nynorsk</vt:lpstr>
      <vt:lpstr>HSN English</vt:lpstr>
      <vt:lpstr>Pathways Out of NEET: Profiling Young Adults Using Registry Data </vt:lpstr>
    </vt:vector>
  </TitlesOfParts>
  <Company>USN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PowerPoint-presentasjon</dc:title>
  <dc:creator>Lars Bauger;Susanne Hagen</dc:creator>
  <cp:lastModifiedBy>Lars Bauger</cp:lastModifiedBy>
  <cp:revision>20</cp:revision>
  <cp:lastPrinted>2023-06-05T10:38:36Z</cp:lastPrinted>
  <dcterms:created xsi:type="dcterms:W3CDTF">2023-05-30T11:09:58Z</dcterms:created>
  <dcterms:modified xsi:type="dcterms:W3CDTF">2026-06-01T10:41:47Z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0x010100049DB7643C8D354997DA3FDC6FE0303C</vt:lpwstr>
  </property>
  <property fmtid="{D5CDD505-2E9C-101B-9397-08002B2CF9AE}" pid="3" name="MediaServiceImageTags">
    <vt:lpwstr/>
  </property>
</Properties>
</file>